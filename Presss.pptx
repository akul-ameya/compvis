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FDA880-47F5-4487-8AF3-1605FD5EFEF8}" v="86" dt="2026-04-01T22:00:33.7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399" autoAdjust="0"/>
  </p:normalViewPr>
  <p:slideViewPr>
    <p:cSldViewPr snapToGrid="0">
      <p:cViewPr varScale="1">
        <p:scale>
          <a:sx n="52" d="100"/>
          <a:sy n="52" d="100"/>
        </p:scale>
        <p:origin x="1203"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ul Ameya" userId="d68e3ac4-9fed-4b39-ac4a-d744a7a1a474" providerId="ADAL" clId="{94F9EA0F-1A94-435B-97BD-BEE4FE500028}"/>
    <pc:docChg chg="undo redo custSel addSld modSld">
      <pc:chgData name="Akul Ameya" userId="d68e3ac4-9fed-4b39-ac4a-d744a7a1a474" providerId="ADAL" clId="{94F9EA0F-1A94-435B-97BD-BEE4FE500028}" dt="2026-04-01T22:01:08.519" v="599" actId="26606"/>
      <pc:docMkLst>
        <pc:docMk/>
      </pc:docMkLst>
      <pc:sldChg chg="addSp delSp modSp new mod setBg">
        <pc:chgData name="Akul Ameya" userId="d68e3ac4-9fed-4b39-ac4a-d744a7a1a474" providerId="ADAL" clId="{94F9EA0F-1A94-435B-97BD-BEE4FE500028}" dt="2026-04-01T17:06:51.086" v="519" actId="5793"/>
        <pc:sldMkLst>
          <pc:docMk/>
          <pc:sldMk cId="1509756263" sldId="256"/>
        </pc:sldMkLst>
        <pc:spChg chg="mod">
          <ac:chgData name="Akul Ameya" userId="d68e3ac4-9fed-4b39-ac4a-d744a7a1a474" providerId="ADAL" clId="{94F9EA0F-1A94-435B-97BD-BEE4FE500028}" dt="2026-04-01T17:06:44.770" v="517" actId="26606"/>
          <ac:spMkLst>
            <pc:docMk/>
            <pc:sldMk cId="1509756263" sldId="256"/>
            <ac:spMk id="2" creationId="{6675F87D-A014-BC20-E83A-291A254AB1E2}"/>
          </ac:spMkLst>
        </pc:spChg>
        <pc:spChg chg="mod">
          <ac:chgData name="Akul Ameya" userId="d68e3ac4-9fed-4b39-ac4a-d744a7a1a474" providerId="ADAL" clId="{94F9EA0F-1A94-435B-97BD-BEE4FE500028}" dt="2026-04-01T17:06:51.086" v="519" actId="5793"/>
          <ac:spMkLst>
            <pc:docMk/>
            <pc:sldMk cId="1509756263" sldId="256"/>
            <ac:spMk id="3" creationId="{0012BDAA-ACAA-D46E-A904-D271C5BB8F55}"/>
          </ac:spMkLst>
        </pc:spChg>
        <pc:spChg chg="add del mod">
          <ac:chgData name="Akul Ameya" userId="d68e3ac4-9fed-4b39-ac4a-d744a7a1a474" providerId="ADAL" clId="{94F9EA0F-1A94-435B-97BD-BEE4FE500028}" dt="2026-04-01T17:06:05.092" v="510" actId="478"/>
          <ac:spMkLst>
            <pc:docMk/>
            <pc:sldMk cId="1509756263" sldId="256"/>
            <ac:spMk id="4" creationId="{9F85BCC2-42C7-5007-C000-55E4EAAB35A7}"/>
          </ac:spMkLst>
        </pc:spChg>
        <pc:spChg chg="add mod">
          <ac:chgData name="Akul Ameya" userId="d68e3ac4-9fed-4b39-ac4a-d744a7a1a474" providerId="ADAL" clId="{94F9EA0F-1A94-435B-97BD-BEE4FE500028}" dt="2026-04-01T17:06:48.069" v="518" actId="5793"/>
          <ac:spMkLst>
            <pc:docMk/>
            <pc:sldMk cId="1509756263" sldId="256"/>
            <ac:spMk id="5" creationId="{DB7D2893-9DDE-2468-8005-FB1408BC5B38}"/>
          </ac:spMkLst>
        </pc:spChg>
        <pc:spChg chg="add del">
          <ac:chgData name="Akul Ameya" userId="d68e3ac4-9fed-4b39-ac4a-d744a7a1a474" providerId="ADAL" clId="{94F9EA0F-1A94-435B-97BD-BEE4FE500028}" dt="2026-04-01T17:05:49.268" v="505" actId="26606"/>
          <ac:spMkLst>
            <pc:docMk/>
            <pc:sldMk cId="1509756263" sldId="256"/>
            <ac:spMk id="9" creationId="{9F7D788E-2C1B-4EF4-8719-12613771FF98}"/>
          </ac:spMkLst>
        </pc:spChg>
        <pc:spChg chg="add">
          <ac:chgData name="Akul Ameya" userId="d68e3ac4-9fed-4b39-ac4a-d744a7a1a474" providerId="ADAL" clId="{94F9EA0F-1A94-435B-97BD-BEE4FE500028}" dt="2026-04-01T17:06:44.770" v="517" actId="26606"/>
          <ac:spMkLst>
            <pc:docMk/>
            <pc:sldMk cId="1509756263" sldId="256"/>
            <ac:spMk id="10" creationId="{8CA06CD6-90CA-4C45-856C-6771339E1E22}"/>
          </ac:spMkLst>
        </pc:spChg>
        <pc:spChg chg="add del">
          <ac:chgData name="Akul Ameya" userId="d68e3ac4-9fed-4b39-ac4a-d744a7a1a474" providerId="ADAL" clId="{94F9EA0F-1A94-435B-97BD-BEE4FE500028}" dt="2026-04-01T17:05:49.268" v="505" actId="26606"/>
          <ac:spMkLst>
            <pc:docMk/>
            <pc:sldMk cId="1509756263" sldId="256"/>
            <ac:spMk id="11" creationId="{7C54E824-C0F4-480B-BC88-689F50C45FBD}"/>
          </ac:spMkLst>
        </pc:spChg>
        <pc:spChg chg="add del">
          <ac:chgData name="Akul Ameya" userId="d68e3ac4-9fed-4b39-ac4a-d744a7a1a474" providerId="ADAL" clId="{94F9EA0F-1A94-435B-97BD-BEE4FE500028}" dt="2026-04-01T17:05:49.268" v="505" actId="26606"/>
          <ac:spMkLst>
            <pc:docMk/>
            <pc:sldMk cId="1509756263" sldId="256"/>
            <ac:spMk id="13" creationId="{58DEA6A1-FC5C-4E6E-BBBF-7E472949B394}"/>
          </ac:spMkLst>
        </pc:spChg>
        <pc:spChg chg="add del">
          <ac:chgData name="Akul Ameya" userId="d68e3ac4-9fed-4b39-ac4a-d744a7a1a474" providerId="ADAL" clId="{94F9EA0F-1A94-435B-97BD-BEE4FE500028}" dt="2026-04-01T17:05:49.268" v="505" actId="26606"/>
          <ac:spMkLst>
            <pc:docMk/>
            <pc:sldMk cId="1509756263" sldId="256"/>
            <ac:spMk id="15" creationId="{96AAAC3B-1954-46B7-BBAC-27DFF5B5295F}"/>
          </ac:spMkLst>
        </pc:spChg>
        <pc:spChg chg="add del">
          <ac:chgData name="Akul Ameya" userId="d68e3ac4-9fed-4b39-ac4a-d744a7a1a474" providerId="ADAL" clId="{94F9EA0F-1A94-435B-97BD-BEE4FE500028}" dt="2026-04-01T17:05:49.268" v="505" actId="26606"/>
          <ac:spMkLst>
            <pc:docMk/>
            <pc:sldMk cId="1509756263" sldId="256"/>
            <ac:spMk id="17" creationId="{A5AD6500-BB62-4AAC-9D2F-C10DDC90CBB1}"/>
          </ac:spMkLst>
        </pc:spChg>
        <pc:spChg chg="add del">
          <ac:chgData name="Akul Ameya" userId="d68e3ac4-9fed-4b39-ac4a-d744a7a1a474" providerId="ADAL" clId="{94F9EA0F-1A94-435B-97BD-BEE4FE500028}" dt="2026-04-01T17:05:50.843" v="507" actId="26606"/>
          <ac:spMkLst>
            <pc:docMk/>
            <pc:sldMk cId="1509756263" sldId="256"/>
            <ac:spMk id="19" creationId="{4C608BEB-860E-4094-8511-78603564A75E}"/>
          </ac:spMkLst>
        </pc:spChg>
        <pc:spChg chg="add del">
          <ac:chgData name="Akul Ameya" userId="d68e3ac4-9fed-4b39-ac4a-d744a7a1a474" providerId="ADAL" clId="{94F9EA0F-1A94-435B-97BD-BEE4FE500028}" dt="2026-04-01T17:05:57.183" v="509" actId="26606"/>
          <ac:spMkLst>
            <pc:docMk/>
            <pc:sldMk cId="1509756263" sldId="256"/>
            <ac:spMk id="22" creationId="{21739CA5-F0F5-48E1-8E8C-F24B71827E46}"/>
          </ac:spMkLst>
        </pc:spChg>
        <pc:spChg chg="add del">
          <ac:chgData name="Akul Ameya" userId="d68e3ac4-9fed-4b39-ac4a-d744a7a1a474" providerId="ADAL" clId="{94F9EA0F-1A94-435B-97BD-BEE4FE500028}" dt="2026-04-01T17:05:57.183" v="509" actId="26606"/>
          <ac:spMkLst>
            <pc:docMk/>
            <pc:sldMk cId="1509756263" sldId="256"/>
            <ac:spMk id="23" creationId="{3EAD2937-F230-41D4-B9C5-975B129BFC20}"/>
          </ac:spMkLst>
        </pc:spChg>
        <pc:spChg chg="add del">
          <ac:chgData name="Akul Ameya" userId="d68e3ac4-9fed-4b39-ac4a-d744a7a1a474" providerId="ADAL" clId="{94F9EA0F-1A94-435B-97BD-BEE4FE500028}" dt="2026-04-01T17:05:57.183" v="509" actId="26606"/>
          <ac:spMkLst>
            <pc:docMk/>
            <pc:sldMk cId="1509756263" sldId="256"/>
            <ac:spMk id="24" creationId="{CCD444A3-C338-4886-B7F1-4BA2AF46EB64}"/>
          </ac:spMkLst>
        </pc:spChg>
        <pc:cxnChg chg="add">
          <ac:chgData name="Akul Ameya" userId="d68e3ac4-9fed-4b39-ac4a-d744a7a1a474" providerId="ADAL" clId="{94F9EA0F-1A94-435B-97BD-BEE4FE500028}" dt="2026-04-01T17:06:44.770" v="517" actId="26606"/>
          <ac:cxnSpMkLst>
            <pc:docMk/>
            <pc:sldMk cId="1509756263" sldId="256"/>
            <ac:cxnSpMk id="12" creationId="{5021601D-2758-4B15-A31C-FDA184C51B3A}"/>
          </ac:cxnSpMkLst>
        </pc:cxnChg>
        <pc:cxnChg chg="add del">
          <ac:chgData name="Akul Ameya" userId="d68e3ac4-9fed-4b39-ac4a-d744a7a1a474" providerId="ADAL" clId="{94F9EA0F-1A94-435B-97BD-BEE4FE500028}" dt="2026-04-01T17:05:50.843" v="507" actId="26606"/>
          <ac:cxnSpMkLst>
            <pc:docMk/>
            <pc:sldMk cId="1509756263" sldId="256"/>
            <ac:cxnSpMk id="20" creationId="{1F16A8D4-FE87-4604-88B2-394B5D1EB437}"/>
          </ac:cxnSpMkLst>
        </pc:cxnChg>
      </pc:sldChg>
      <pc:sldChg chg="addSp delSp modSp new mod setBg">
        <pc:chgData name="Akul Ameya" userId="d68e3ac4-9fed-4b39-ac4a-d744a7a1a474" providerId="ADAL" clId="{94F9EA0F-1A94-435B-97BD-BEE4FE500028}" dt="2026-04-01T17:06:58.016" v="520" actId="26606"/>
        <pc:sldMkLst>
          <pc:docMk/>
          <pc:sldMk cId="2209081456" sldId="257"/>
        </pc:sldMkLst>
        <pc:spChg chg="mod">
          <ac:chgData name="Akul Ameya" userId="d68e3ac4-9fed-4b39-ac4a-d744a7a1a474" providerId="ADAL" clId="{94F9EA0F-1A94-435B-97BD-BEE4FE500028}" dt="2026-04-01T17:06:58.016" v="520" actId="26606"/>
          <ac:spMkLst>
            <pc:docMk/>
            <pc:sldMk cId="2209081456" sldId="257"/>
            <ac:spMk id="2" creationId="{BE56C14E-E236-971C-2611-5D0BA36B18B7}"/>
          </ac:spMkLst>
        </pc:spChg>
        <pc:spChg chg="add del mod">
          <ac:chgData name="Akul Ameya" userId="d68e3ac4-9fed-4b39-ac4a-d744a7a1a474" providerId="ADAL" clId="{94F9EA0F-1A94-435B-97BD-BEE4FE500028}" dt="2026-04-01T17:06:58.016" v="520" actId="26606"/>
          <ac:spMkLst>
            <pc:docMk/>
            <pc:sldMk cId="2209081456" sldId="257"/>
            <ac:spMk id="3" creationId="{AD9AF0FE-4284-6ED0-EE9A-5164A92288FF}"/>
          </ac:spMkLst>
        </pc:spChg>
        <pc:spChg chg="add mod">
          <ac:chgData name="Akul Ameya" userId="d68e3ac4-9fed-4b39-ac4a-d744a7a1a474" providerId="ADAL" clId="{94F9EA0F-1A94-435B-97BD-BEE4FE500028}" dt="2026-04-01T16:38:53.886" v="105"/>
          <ac:spMkLst>
            <pc:docMk/>
            <pc:sldMk cId="2209081456" sldId="257"/>
            <ac:spMk id="4" creationId="{9B980F04-26A5-7269-C9AD-EDA2D0AA60B4}"/>
          </ac:spMkLst>
        </pc:spChg>
        <pc:spChg chg="add">
          <ac:chgData name="Akul Ameya" userId="d68e3ac4-9fed-4b39-ac4a-d744a7a1a474" providerId="ADAL" clId="{94F9EA0F-1A94-435B-97BD-BEE4FE500028}" dt="2026-04-01T17:06:58.016" v="520" actId="26606"/>
          <ac:spMkLst>
            <pc:docMk/>
            <pc:sldMk cId="2209081456" sldId="257"/>
            <ac:spMk id="9" creationId="{6C4028FD-8BAA-4A19-BFDE-594D991B7552}"/>
          </ac:spMkLst>
        </pc:spChg>
        <pc:graphicFrameChg chg="add">
          <ac:chgData name="Akul Ameya" userId="d68e3ac4-9fed-4b39-ac4a-d744a7a1a474" providerId="ADAL" clId="{94F9EA0F-1A94-435B-97BD-BEE4FE500028}" dt="2026-04-01T17:06:58.016" v="520" actId="26606"/>
          <ac:graphicFrameMkLst>
            <pc:docMk/>
            <pc:sldMk cId="2209081456" sldId="257"/>
            <ac:graphicFrameMk id="5" creationId="{0FDB384E-A38E-C670-1C9C-00047627720D}"/>
          </ac:graphicFrameMkLst>
        </pc:graphicFrameChg>
      </pc:sldChg>
      <pc:sldChg chg="addSp modSp new mod setBg">
        <pc:chgData name="Akul Ameya" userId="d68e3ac4-9fed-4b39-ac4a-d744a7a1a474" providerId="ADAL" clId="{94F9EA0F-1A94-435B-97BD-BEE4FE500028}" dt="2026-04-01T17:07:05.230" v="521" actId="26606"/>
        <pc:sldMkLst>
          <pc:docMk/>
          <pc:sldMk cId="3223503854" sldId="258"/>
        </pc:sldMkLst>
        <pc:spChg chg="mod">
          <ac:chgData name="Akul Ameya" userId="d68e3ac4-9fed-4b39-ac4a-d744a7a1a474" providerId="ADAL" clId="{94F9EA0F-1A94-435B-97BD-BEE4FE500028}" dt="2026-04-01T17:07:05.230" v="521" actId="26606"/>
          <ac:spMkLst>
            <pc:docMk/>
            <pc:sldMk cId="3223503854" sldId="258"/>
            <ac:spMk id="2" creationId="{3143D3CB-E114-7BD0-6C78-04FCE63E3EA7}"/>
          </ac:spMkLst>
        </pc:spChg>
        <pc:spChg chg="mod">
          <ac:chgData name="Akul Ameya" userId="d68e3ac4-9fed-4b39-ac4a-d744a7a1a474" providerId="ADAL" clId="{94F9EA0F-1A94-435B-97BD-BEE4FE500028}" dt="2026-04-01T17:07:05.230" v="521" actId="26606"/>
          <ac:spMkLst>
            <pc:docMk/>
            <pc:sldMk cId="3223503854" sldId="258"/>
            <ac:spMk id="3" creationId="{A7F7140E-A809-23D0-EA4B-BC96C70251B2}"/>
          </ac:spMkLst>
        </pc:spChg>
        <pc:spChg chg="add">
          <ac:chgData name="Akul Ameya" userId="d68e3ac4-9fed-4b39-ac4a-d744a7a1a474" providerId="ADAL" clId="{94F9EA0F-1A94-435B-97BD-BEE4FE500028}" dt="2026-04-01T17:07:05.230" v="521" actId="26606"/>
          <ac:spMkLst>
            <pc:docMk/>
            <pc:sldMk cId="3223503854" sldId="258"/>
            <ac:spMk id="8" creationId="{081EA652-8C6A-4E69-BEB9-170809474553}"/>
          </ac:spMkLst>
        </pc:spChg>
        <pc:spChg chg="add">
          <ac:chgData name="Akul Ameya" userId="d68e3ac4-9fed-4b39-ac4a-d744a7a1a474" providerId="ADAL" clId="{94F9EA0F-1A94-435B-97BD-BEE4FE500028}" dt="2026-04-01T17:07:05.230" v="521" actId="26606"/>
          <ac:spMkLst>
            <pc:docMk/>
            <pc:sldMk cId="3223503854" sldId="258"/>
            <ac:spMk id="10" creationId="{5298780A-33B9-4EA2-8F67-DE68AD62841B}"/>
          </ac:spMkLst>
        </pc:spChg>
        <pc:spChg chg="add">
          <ac:chgData name="Akul Ameya" userId="d68e3ac4-9fed-4b39-ac4a-d744a7a1a474" providerId="ADAL" clId="{94F9EA0F-1A94-435B-97BD-BEE4FE500028}" dt="2026-04-01T17:07:05.230" v="521" actId="26606"/>
          <ac:spMkLst>
            <pc:docMk/>
            <pc:sldMk cId="3223503854" sldId="258"/>
            <ac:spMk id="12" creationId="{7F488E8B-4E1E-4402-8935-D4E6C02615C7}"/>
          </ac:spMkLst>
        </pc:spChg>
      </pc:sldChg>
      <pc:sldChg chg="addSp delSp modSp new mod modNotesTx">
        <pc:chgData name="Akul Ameya" userId="d68e3ac4-9fed-4b39-ac4a-d744a7a1a474" providerId="ADAL" clId="{94F9EA0F-1A94-435B-97BD-BEE4FE500028}" dt="2026-04-01T17:07:21.160" v="522" actId="26606"/>
        <pc:sldMkLst>
          <pc:docMk/>
          <pc:sldMk cId="3788110307" sldId="259"/>
        </pc:sldMkLst>
        <pc:spChg chg="mod">
          <ac:chgData name="Akul Ameya" userId="d68e3ac4-9fed-4b39-ac4a-d744a7a1a474" providerId="ADAL" clId="{94F9EA0F-1A94-435B-97BD-BEE4FE500028}" dt="2026-04-01T16:40:00.041" v="119"/>
          <ac:spMkLst>
            <pc:docMk/>
            <pc:sldMk cId="3788110307" sldId="259"/>
            <ac:spMk id="2" creationId="{51CDA6A5-56B9-A610-69E2-2FEB994E2AC5}"/>
          </ac:spMkLst>
        </pc:spChg>
        <pc:spChg chg="add del mod">
          <ac:chgData name="Akul Ameya" userId="d68e3ac4-9fed-4b39-ac4a-d744a7a1a474" providerId="ADAL" clId="{94F9EA0F-1A94-435B-97BD-BEE4FE500028}" dt="2026-04-01T17:07:21.160" v="522" actId="26606"/>
          <ac:spMkLst>
            <pc:docMk/>
            <pc:sldMk cId="3788110307" sldId="259"/>
            <ac:spMk id="3" creationId="{79AAFD67-33C9-AC66-9ADF-1D1ED74DBB4F}"/>
          </ac:spMkLst>
        </pc:spChg>
        <pc:spChg chg="add mod">
          <ac:chgData name="Akul Ameya" userId="d68e3ac4-9fed-4b39-ac4a-d744a7a1a474" providerId="ADAL" clId="{94F9EA0F-1A94-435B-97BD-BEE4FE500028}" dt="2026-04-01T16:40:07.111" v="121"/>
          <ac:spMkLst>
            <pc:docMk/>
            <pc:sldMk cId="3788110307" sldId="259"/>
            <ac:spMk id="4" creationId="{A1D74837-C4BD-E6F5-1D93-FE47D459C470}"/>
          </ac:spMkLst>
        </pc:spChg>
        <pc:graphicFrameChg chg="add">
          <ac:chgData name="Akul Ameya" userId="d68e3ac4-9fed-4b39-ac4a-d744a7a1a474" providerId="ADAL" clId="{94F9EA0F-1A94-435B-97BD-BEE4FE500028}" dt="2026-04-01T17:07:21.160" v="522" actId="26606"/>
          <ac:graphicFrameMkLst>
            <pc:docMk/>
            <pc:sldMk cId="3788110307" sldId="259"/>
            <ac:graphicFrameMk id="5" creationId="{F6352A4C-FE3E-E8B4-4609-D03D471DB59A}"/>
          </ac:graphicFrameMkLst>
        </pc:graphicFrameChg>
      </pc:sldChg>
      <pc:sldChg chg="addSp modSp new mod setBg">
        <pc:chgData name="Akul Ameya" userId="d68e3ac4-9fed-4b39-ac4a-d744a7a1a474" providerId="ADAL" clId="{94F9EA0F-1A94-435B-97BD-BEE4FE500028}" dt="2026-04-01T17:07:29.460" v="523" actId="26606"/>
        <pc:sldMkLst>
          <pc:docMk/>
          <pc:sldMk cId="1592048597" sldId="260"/>
        </pc:sldMkLst>
        <pc:spChg chg="mod">
          <ac:chgData name="Akul Ameya" userId="d68e3ac4-9fed-4b39-ac4a-d744a7a1a474" providerId="ADAL" clId="{94F9EA0F-1A94-435B-97BD-BEE4FE500028}" dt="2026-04-01T17:07:29.460" v="523" actId="26606"/>
          <ac:spMkLst>
            <pc:docMk/>
            <pc:sldMk cId="1592048597" sldId="260"/>
            <ac:spMk id="2" creationId="{F026A3E1-8554-E9D8-D015-A1559DD531AB}"/>
          </ac:spMkLst>
        </pc:spChg>
        <pc:spChg chg="mod ord">
          <ac:chgData name="Akul Ameya" userId="d68e3ac4-9fed-4b39-ac4a-d744a7a1a474" providerId="ADAL" clId="{94F9EA0F-1A94-435B-97BD-BEE4FE500028}" dt="2026-04-01T17:07:29.460" v="523" actId="26606"/>
          <ac:spMkLst>
            <pc:docMk/>
            <pc:sldMk cId="1592048597" sldId="260"/>
            <ac:spMk id="3" creationId="{7C18FB98-49F6-6F06-0436-A27304158B2A}"/>
          </ac:spMkLst>
        </pc:spChg>
        <pc:spChg chg="add">
          <ac:chgData name="Akul Ameya" userId="d68e3ac4-9fed-4b39-ac4a-d744a7a1a474" providerId="ADAL" clId="{94F9EA0F-1A94-435B-97BD-BEE4FE500028}" dt="2026-04-01T17:07:29.460" v="523" actId="26606"/>
          <ac:spMkLst>
            <pc:docMk/>
            <pc:sldMk cId="1592048597" sldId="260"/>
            <ac:spMk id="10" creationId="{84ECDE7A-6944-466D-8FFE-149A29BA6BAE}"/>
          </ac:spMkLst>
        </pc:spChg>
        <pc:spChg chg="add">
          <ac:chgData name="Akul Ameya" userId="d68e3ac4-9fed-4b39-ac4a-d744a7a1a474" providerId="ADAL" clId="{94F9EA0F-1A94-435B-97BD-BEE4FE500028}" dt="2026-04-01T17:07:29.460" v="523" actId="26606"/>
          <ac:spMkLst>
            <pc:docMk/>
            <pc:sldMk cId="1592048597" sldId="260"/>
            <ac:spMk id="12" creationId="{B3420082-9415-44EC-802E-C77D71D59C57}"/>
          </ac:spMkLst>
        </pc:spChg>
        <pc:spChg chg="add">
          <ac:chgData name="Akul Ameya" userId="d68e3ac4-9fed-4b39-ac4a-d744a7a1a474" providerId="ADAL" clId="{94F9EA0F-1A94-435B-97BD-BEE4FE500028}" dt="2026-04-01T17:07:29.460" v="523" actId="26606"/>
          <ac:spMkLst>
            <pc:docMk/>
            <pc:sldMk cId="1592048597" sldId="260"/>
            <ac:spMk id="14" creationId="{55A52C45-1FCB-4636-A80F-2849B8226C01}"/>
          </ac:spMkLst>
        </pc:spChg>
        <pc:spChg chg="add">
          <ac:chgData name="Akul Ameya" userId="d68e3ac4-9fed-4b39-ac4a-d744a7a1a474" providerId="ADAL" clId="{94F9EA0F-1A94-435B-97BD-BEE4FE500028}" dt="2026-04-01T17:07:29.460" v="523" actId="26606"/>
          <ac:spMkLst>
            <pc:docMk/>
            <pc:sldMk cId="1592048597" sldId="260"/>
            <ac:spMk id="16" creationId="{768EB4DD-3704-43AD-92B3-C4E0C6EA92CB}"/>
          </ac:spMkLst>
        </pc:spChg>
        <pc:picChg chg="add mod">
          <ac:chgData name="Akul Ameya" userId="d68e3ac4-9fed-4b39-ac4a-d744a7a1a474" providerId="ADAL" clId="{94F9EA0F-1A94-435B-97BD-BEE4FE500028}" dt="2026-04-01T17:07:29.460" v="523" actId="26606"/>
          <ac:picMkLst>
            <pc:docMk/>
            <pc:sldMk cId="1592048597" sldId="260"/>
            <ac:picMk id="5" creationId="{5F9724D8-AD92-3637-473E-CF1644267680}"/>
          </ac:picMkLst>
        </pc:picChg>
      </pc:sldChg>
      <pc:sldChg chg="addSp delSp modSp new mod setBg">
        <pc:chgData name="Akul Ameya" userId="d68e3ac4-9fed-4b39-ac4a-d744a7a1a474" providerId="ADAL" clId="{94F9EA0F-1A94-435B-97BD-BEE4FE500028}" dt="2026-04-01T17:10:25.750" v="550" actId="14100"/>
        <pc:sldMkLst>
          <pc:docMk/>
          <pc:sldMk cId="2035616114" sldId="261"/>
        </pc:sldMkLst>
        <pc:spChg chg="mod">
          <ac:chgData name="Akul Ameya" userId="d68e3ac4-9fed-4b39-ac4a-d744a7a1a474" providerId="ADAL" clId="{94F9EA0F-1A94-435B-97BD-BEE4FE500028}" dt="2026-04-01T17:07:53.046" v="528" actId="26606"/>
          <ac:spMkLst>
            <pc:docMk/>
            <pc:sldMk cId="2035616114" sldId="261"/>
            <ac:spMk id="2" creationId="{AE3806FE-DA97-8BF7-5E24-F9BF8900CE54}"/>
          </ac:spMkLst>
        </pc:spChg>
        <pc:spChg chg="mod">
          <ac:chgData name="Akul Ameya" userId="d68e3ac4-9fed-4b39-ac4a-d744a7a1a474" providerId="ADAL" clId="{94F9EA0F-1A94-435B-97BD-BEE4FE500028}" dt="2026-04-01T17:07:53.046" v="528" actId="26606"/>
          <ac:spMkLst>
            <pc:docMk/>
            <pc:sldMk cId="2035616114" sldId="261"/>
            <ac:spMk id="3" creationId="{FAF9927F-6827-F4CF-DB4B-85CBDF3BBF3D}"/>
          </ac:spMkLst>
        </pc:spChg>
        <pc:spChg chg="add del">
          <ac:chgData name="Akul Ameya" userId="d68e3ac4-9fed-4b39-ac4a-d744a7a1a474" providerId="ADAL" clId="{94F9EA0F-1A94-435B-97BD-BEE4FE500028}" dt="2026-04-01T17:07:43.072" v="525" actId="26606"/>
          <ac:spMkLst>
            <pc:docMk/>
            <pc:sldMk cId="2035616114" sldId="261"/>
            <ac:spMk id="9" creationId="{17BDD930-0E65-490A-9CE5-554C357C4428}"/>
          </ac:spMkLst>
        </pc:spChg>
        <pc:spChg chg="add del">
          <ac:chgData name="Akul Ameya" userId="d68e3ac4-9fed-4b39-ac4a-d744a7a1a474" providerId="ADAL" clId="{94F9EA0F-1A94-435B-97BD-BEE4FE500028}" dt="2026-04-01T17:07:43.072" v="525" actId="26606"/>
          <ac:spMkLst>
            <pc:docMk/>
            <pc:sldMk cId="2035616114" sldId="261"/>
            <ac:spMk id="11" creationId="{3A912C67-99A1-4956-8F68-1846C21771E8}"/>
          </ac:spMkLst>
        </pc:spChg>
        <pc:spChg chg="add del">
          <ac:chgData name="Akul Ameya" userId="d68e3ac4-9fed-4b39-ac4a-d744a7a1a474" providerId="ADAL" clId="{94F9EA0F-1A94-435B-97BD-BEE4FE500028}" dt="2026-04-01T17:07:53.019" v="527" actId="26606"/>
          <ac:spMkLst>
            <pc:docMk/>
            <pc:sldMk cId="2035616114" sldId="261"/>
            <ac:spMk id="25" creationId="{FFB60E8C-7224-44A4-87A0-46A1711DD2ED}"/>
          </ac:spMkLst>
        </pc:spChg>
        <pc:spChg chg="add del">
          <ac:chgData name="Akul Ameya" userId="d68e3ac4-9fed-4b39-ac4a-d744a7a1a474" providerId="ADAL" clId="{94F9EA0F-1A94-435B-97BD-BEE4FE500028}" dt="2026-04-01T17:07:53.019" v="527" actId="26606"/>
          <ac:spMkLst>
            <pc:docMk/>
            <pc:sldMk cId="2035616114" sldId="261"/>
            <ac:spMk id="26" creationId="{5DA32751-37A2-45C0-BE94-63D375E27003}"/>
          </ac:spMkLst>
        </pc:spChg>
        <pc:spChg chg="add del">
          <ac:chgData name="Akul Ameya" userId="d68e3ac4-9fed-4b39-ac4a-d744a7a1a474" providerId="ADAL" clId="{94F9EA0F-1A94-435B-97BD-BEE4FE500028}" dt="2026-04-01T17:07:53.019" v="527" actId="26606"/>
          <ac:spMkLst>
            <pc:docMk/>
            <pc:sldMk cId="2035616114" sldId="261"/>
            <ac:spMk id="27" creationId="{E659831F-0D9A-4C63-9EBB-8435B85A440F}"/>
          </ac:spMkLst>
        </pc:spChg>
        <pc:spChg chg="add del">
          <ac:chgData name="Akul Ameya" userId="d68e3ac4-9fed-4b39-ac4a-d744a7a1a474" providerId="ADAL" clId="{94F9EA0F-1A94-435B-97BD-BEE4FE500028}" dt="2026-04-01T17:07:53.019" v="527" actId="26606"/>
          <ac:spMkLst>
            <pc:docMk/>
            <pc:sldMk cId="2035616114" sldId="261"/>
            <ac:spMk id="28" creationId="{5A55FBCD-CD42-40F5-8A1B-3203F9CAEEAA}"/>
          </ac:spMkLst>
        </pc:spChg>
        <pc:spChg chg="add">
          <ac:chgData name="Akul Ameya" userId="d68e3ac4-9fed-4b39-ac4a-d744a7a1a474" providerId="ADAL" clId="{94F9EA0F-1A94-435B-97BD-BEE4FE500028}" dt="2026-04-01T17:07:53.046" v="528" actId="26606"/>
          <ac:spMkLst>
            <pc:docMk/>
            <pc:sldMk cId="2035616114" sldId="261"/>
            <ac:spMk id="30" creationId="{2EB492CD-616E-47F8-933B-5E2D952A0593}"/>
          </ac:spMkLst>
        </pc:spChg>
        <pc:spChg chg="add">
          <ac:chgData name="Akul Ameya" userId="d68e3ac4-9fed-4b39-ac4a-d744a7a1a474" providerId="ADAL" clId="{94F9EA0F-1A94-435B-97BD-BEE4FE500028}" dt="2026-04-01T17:07:53.046" v="528" actId="26606"/>
          <ac:spMkLst>
            <pc:docMk/>
            <pc:sldMk cId="2035616114" sldId="261"/>
            <ac:spMk id="31" creationId="{59383CF9-23B5-4335-9B21-1791C4CF1C75}"/>
          </ac:spMkLst>
        </pc:spChg>
        <pc:spChg chg="add">
          <ac:chgData name="Akul Ameya" userId="d68e3ac4-9fed-4b39-ac4a-d744a7a1a474" providerId="ADAL" clId="{94F9EA0F-1A94-435B-97BD-BEE4FE500028}" dt="2026-04-01T17:07:53.046" v="528" actId="26606"/>
          <ac:spMkLst>
            <pc:docMk/>
            <pc:sldMk cId="2035616114" sldId="261"/>
            <ac:spMk id="32" creationId="{0007FE00-9498-4706-B255-6437B0252C02}"/>
          </ac:spMkLst>
        </pc:spChg>
        <pc:grpChg chg="add del">
          <ac:chgData name="Akul Ameya" userId="d68e3ac4-9fed-4b39-ac4a-d744a7a1a474" providerId="ADAL" clId="{94F9EA0F-1A94-435B-97BD-BEE4FE500028}" dt="2026-04-01T17:07:43.072" v="525" actId="26606"/>
          <ac:grpSpMkLst>
            <pc:docMk/>
            <pc:sldMk cId="2035616114" sldId="261"/>
            <ac:grpSpMk id="13" creationId="{569E5994-073E-4708-B3E6-43BFED0CEB4C}"/>
          </ac:grpSpMkLst>
        </pc:grpChg>
        <pc:grpChg chg="add del">
          <ac:chgData name="Akul Ameya" userId="d68e3ac4-9fed-4b39-ac4a-d744a7a1a474" providerId="ADAL" clId="{94F9EA0F-1A94-435B-97BD-BEE4FE500028}" dt="2026-04-01T17:07:43.072" v="525" actId="26606"/>
          <ac:grpSpMkLst>
            <pc:docMk/>
            <pc:sldMk cId="2035616114" sldId="261"/>
            <ac:grpSpMk id="19" creationId="{DD81D498-EAA8-40F3-8230-AE4DEDA3830D}"/>
          </ac:grpSpMkLst>
        </pc:grpChg>
        <pc:graphicFrameChg chg="add mod modGraphic">
          <ac:chgData name="Akul Ameya" userId="d68e3ac4-9fed-4b39-ac4a-d744a7a1a474" providerId="ADAL" clId="{94F9EA0F-1A94-435B-97BD-BEE4FE500028}" dt="2026-04-01T17:10:25.750" v="550" actId="14100"/>
          <ac:graphicFrameMkLst>
            <pc:docMk/>
            <pc:sldMk cId="2035616114" sldId="261"/>
            <ac:graphicFrameMk id="4" creationId="{C0C17881-624A-8976-63B5-B0C693B44F92}"/>
          </ac:graphicFrameMkLst>
        </pc:graphicFrameChg>
      </pc:sldChg>
      <pc:sldChg chg="addSp delSp modSp new mod setBg">
        <pc:chgData name="Akul Ameya" userId="d68e3ac4-9fed-4b39-ac4a-d744a7a1a474" providerId="ADAL" clId="{94F9EA0F-1A94-435B-97BD-BEE4FE500028}" dt="2026-04-01T17:09:04.524" v="542" actId="26606"/>
        <pc:sldMkLst>
          <pc:docMk/>
          <pc:sldMk cId="821619878" sldId="262"/>
        </pc:sldMkLst>
        <pc:spChg chg="mod">
          <ac:chgData name="Akul Ameya" userId="d68e3ac4-9fed-4b39-ac4a-d744a7a1a474" providerId="ADAL" clId="{94F9EA0F-1A94-435B-97BD-BEE4FE500028}" dt="2026-04-01T17:09:04.509" v="541" actId="26606"/>
          <ac:spMkLst>
            <pc:docMk/>
            <pc:sldMk cId="821619878" sldId="262"/>
            <ac:spMk id="2" creationId="{03FE2726-FCB8-DF57-B314-48D20737D658}"/>
          </ac:spMkLst>
        </pc:spChg>
        <pc:spChg chg="add del mod">
          <ac:chgData name="Akul Ameya" userId="d68e3ac4-9fed-4b39-ac4a-d744a7a1a474" providerId="ADAL" clId="{94F9EA0F-1A94-435B-97BD-BEE4FE500028}" dt="2026-04-01T17:09:04.524" v="542" actId="26606"/>
          <ac:spMkLst>
            <pc:docMk/>
            <pc:sldMk cId="821619878" sldId="262"/>
            <ac:spMk id="3" creationId="{B49FACE3-EB58-3872-BE2E-23F7D83302DD}"/>
          </ac:spMkLst>
        </pc:spChg>
        <pc:spChg chg="add mod">
          <ac:chgData name="Akul Ameya" userId="d68e3ac4-9fed-4b39-ac4a-d744a7a1a474" providerId="ADAL" clId="{94F9EA0F-1A94-435B-97BD-BEE4FE500028}" dt="2026-04-01T16:45:50.946" v="204"/>
          <ac:spMkLst>
            <pc:docMk/>
            <pc:sldMk cId="821619878" sldId="262"/>
            <ac:spMk id="4" creationId="{F993C028-CEFD-F796-1576-752ED690F611}"/>
          </ac:spMkLst>
        </pc:spChg>
        <pc:spChg chg="add del">
          <ac:chgData name="Akul Ameya" userId="d68e3ac4-9fed-4b39-ac4a-d744a7a1a474" providerId="ADAL" clId="{94F9EA0F-1A94-435B-97BD-BEE4FE500028}" dt="2026-04-01T17:09:04.509" v="541" actId="26606"/>
          <ac:spMkLst>
            <pc:docMk/>
            <pc:sldMk cId="821619878" sldId="262"/>
            <ac:spMk id="10" creationId="{2EB492CD-616E-47F8-933B-5E2D952A0593}"/>
          </ac:spMkLst>
        </pc:spChg>
        <pc:spChg chg="add del">
          <ac:chgData name="Akul Ameya" userId="d68e3ac4-9fed-4b39-ac4a-d744a7a1a474" providerId="ADAL" clId="{94F9EA0F-1A94-435B-97BD-BEE4FE500028}" dt="2026-04-01T17:09:04.509" v="541" actId="26606"/>
          <ac:spMkLst>
            <pc:docMk/>
            <pc:sldMk cId="821619878" sldId="262"/>
            <ac:spMk id="12" creationId="{59383CF9-23B5-4335-9B21-1791C4CF1C75}"/>
          </ac:spMkLst>
        </pc:spChg>
        <pc:spChg chg="add del">
          <ac:chgData name="Akul Ameya" userId="d68e3ac4-9fed-4b39-ac4a-d744a7a1a474" providerId="ADAL" clId="{94F9EA0F-1A94-435B-97BD-BEE4FE500028}" dt="2026-04-01T17:09:04.509" v="541" actId="26606"/>
          <ac:spMkLst>
            <pc:docMk/>
            <pc:sldMk cId="821619878" sldId="262"/>
            <ac:spMk id="14" creationId="{0007FE00-9498-4706-B255-6437B0252C02}"/>
          </ac:spMkLst>
        </pc:spChg>
        <pc:graphicFrameChg chg="add">
          <ac:chgData name="Akul Ameya" userId="d68e3ac4-9fed-4b39-ac4a-d744a7a1a474" providerId="ADAL" clId="{94F9EA0F-1A94-435B-97BD-BEE4FE500028}" dt="2026-04-01T17:09:04.524" v="542" actId="26606"/>
          <ac:graphicFrameMkLst>
            <pc:docMk/>
            <pc:sldMk cId="821619878" sldId="262"/>
            <ac:graphicFrameMk id="5" creationId="{AC3C72EE-50B7-EA22-706B-BB5E1C91D7A3}"/>
          </ac:graphicFrameMkLst>
        </pc:graphicFrameChg>
        <pc:picChg chg="add del">
          <ac:chgData name="Akul Ameya" userId="d68e3ac4-9fed-4b39-ac4a-d744a7a1a474" providerId="ADAL" clId="{94F9EA0F-1A94-435B-97BD-BEE4FE500028}" dt="2026-04-01T17:09:04.509" v="541" actId="26606"/>
          <ac:picMkLst>
            <pc:docMk/>
            <pc:sldMk cId="821619878" sldId="262"/>
            <ac:picMk id="7" creationId="{FB196ADB-BF33-5AB1-BD26-52551E8A4F4E}"/>
          </ac:picMkLst>
        </pc:picChg>
      </pc:sldChg>
      <pc:sldChg chg="addSp modSp new mod setBg modNotesTx">
        <pc:chgData name="Akul Ameya" userId="d68e3ac4-9fed-4b39-ac4a-d744a7a1a474" providerId="ADAL" clId="{94F9EA0F-1A94-435B-97BD-BEE4FE500028}" dt="2026-04-01T17:09:16.369" v="543" actId="26606"/>
        <pc:sldMkLst>
          <pc:docMk/>
          <pc:sldMk cId="1538458610" sldId="263"/>
        </pc:sldMkLst>
        <pc:spChg chg="mod">
          <ac:chgData name="Akul Ameya" userId="d68e3ac4-9fed-4b39-ac4a-d744a7a1a474" providerId="ADAL" clId="{94F9EA0F-1A94-435B-97BD-BEE4FE500028}" dt="2026-04-01T17:09:16.369" v="543" actId="26606"/>
          <ac:spMkLst>
            <pc:docMk/>
            <pc:sldMk cId="1538458610" sldId="263"/>
            <ac:spMk id="2" creationId="{59B47549-1D2C-6C61-2F22-168B18A550D3}"/>
          </ac:spMkLst>
        </pc:spChg>
        <pc:spChg chg="mod ord">
          <ac:chgData name="Akul Ameya" userId="d68e3ac4-9fed-4b39-ac4a-d744a7a1a474" providerId="ADAL" clId="{94F9EA0F-1A94-435B-97BD-BEE4FE500028}" dt="2026-04-01T17:09:16.369" v="543" actId="26606"/>
          <ac:spMkLst>
            <pc:docMk/>
            <pc:sldMk cId="1538458610" sldId="263"/>
            <ac:spMk id="3" creationId="{60D8B369-4478-50A5-E1EB-B627C314D2A9}"/>
          </ac:spMkLst>
        </pc:spChg>
        <pc:spChg chg="add">
          <ac:chgData name="Akul Ameya" userId="d68e3ac4-9fed-4b39-ac4a-d744a7a1a474" providerId="ADAL" clId="{94F9EA0F-1A94-435B-97BD-BEE4FE500028}" dt="2026-04-01T17:09:16.369" v="543" actId="26606"/>
          <ac:spMkLst>
            <pc:docMk/>
            <pc:sldMk cId="1538458610" sldId="263"/>
            <ac:spMk id="10" creationId="{84ECDE7A-6944-466D-8FFE-149A29BA6BAE}"/>
          </ac:spMkLst>
        </pc:spChg>
        <pc:spChg chg="add">
          <ac:chgData name="Akul Ameya" userId="d68e3ac4-9fed-4b39-ac4a-d744a7a1a474" providerId="ADAL" clId="{94F9EA0F-1A94-435B-97BD-BEE4FE500028}" dt="2026-04-01T17:09:16.369" v="543" actId="26606"/>
          <ac:spMkLst>
            <pc:docMk/>
            <pc:sldMk cId="1538458610" sldId="263"/>
            <ac:spMk id="12" creationId="{B3420082-9415-44EC-802E-C77D71D59C57}"/>
          </ac:spMkLst>
        </pc:spChg>
        <pc:spChg chg="add">
          <ac:chgData name="Akul Ameya" userId="d68e3ac4-9fed-4b39-ac4a-d744a7a1a474" providerId="ADAL" clId="{94F9EA0F-1A94-435B-97BD-BEE4FE500028}" dt="2026-04-01T17:09:16.369" v="543" actId="26606"/>
          <ac:spMkLst>
            <pc:docMk/>
            <pc:sldMk cId="1538458610" sldId="263"/>
            <ac:spMk id="14" creationId="{55A52C45-1FCB-4636-A80F-2849B8226C01}"/>
          </ac:spMkLst>
        </pc:spChg>
        <pc:spChg chg="add">
          <ac:chgData name="Akul Ameya" userId="d68e3ac4-9fed-4b39-ac4a-d744a7a1a474" providerId="ADAL" clId="{94F9EA0F-1A94-435B-97BD-BEE4FE500028}" dt="2026-04-01T17:09:16.369" v="543" actId="26606"/>
          <ac:spMkLst>
            <pc:docMk/>
            <pc:sldMk cId="1538458610" sldId="263"/>
            <ac:spMk id="16" creationId="{768EB4DD-3704-43AD-92B3-C4E0C6EA92CB}"/>
          </ac:spMkLst>
        </pc:spChg>
        <pc:picChg chg="add mod">
          <ac:chgData name="Akul Ameya" userId="d68e3ac4-9fed-4b39-ac4a-d744a7a1a474" providerId="ADAL" clId="{94F9EA0F-1A94-435B-97BD-BEE4FE500028}" dt="2026-04-01T17:09:16.369" v="543" actId="26606"/>
          <ac:picMkLst>
            <pc:docMk/>
            <pc:sldMk cId="1538458610" sldId="263"/>
            <ac:picMk id="5" creationId="{3E991652-DC06-90ED-F251-D5E7D1C97C96}"/>
          </ac:picMkLst>
        </pc:picChg>
      </pc:sldChg>
      <pc:sldChg chg="addSp delSp modSp new mod setBg">
        <pc:chgData name="Akul Ameya" userId="d68e3ac4-9fed-4b39-ac4a-d744a7a1a474" providerId="ADAL" clId="{94F9EA0F-1A94-435B-97BD-BEE4FE500028}" dt="2026-04-01T17:09:25.188" v="544" actId="26606"/>
        <pc:sldMkLst>
          <pc:docMk/>
          <pc:sldMk cId="4236520839" sldId="264"/>
        </pc:sldMkLst>
        <pc:spChg chg="mod">
          <ac:chgData name="Akul Ameya" userId="d68e3ac4-9fed-4b39-ac4a-d744a7a1a474" providerId="ADAL" clId="{94F9EA0F-1A94-435B-97BD-BEE4FE500028}" dt="2026-04-01T17:09:25.188" v="544" actId="26606"/>
          <ac:spMkLst>
            <pc:docMk/>
            <pc:sldMk cId="4236520839" sldId="264"/>
            <ac:spMk id="2" creationId="{AF706B70-FAEA-5F9E-7AFF-D3637F22A3AA}"/>
          </ac:spMkLst>
        </pc:spChg>
        <pc:spChg chg="add del mod">
          <ac:chgData name="Akul Ameya" userId="d68e3ac4-9fed-4b39-ac4a-d744a7a1a474" providerId="ADAL" clId="{94F9EA0F-1A94-435B-97BD-BEE4FE500028}" dt="2026-04-01T17:09:25.188" v="544" actId="26606"/>
          <ac:spMkLst>
            <pc:docMk/>
            <pc:sldMk cId="4236520839" sldId="264"/>
            <ac:spMk id="3" creationId="{42E55C91-C7EE-2D52-2F3D-37B159003A1E}"/>
          </ac:spMkLst>
        </pc:spChg>
        <pc:spChg chg="add mod">
          <ac:chgData name="Akul Ameya" userId="d68e3ac4-9fed-4b39-ac4a-d744a7a1a474" providerId="ADAL" clId="{94F9EA0F-1A94-435B-97BD-BEE4FE500028}" dt="2026-04-01T16:47:16.143" v="226"/>
          <ac:spMkLst>
            <pc:docMk/>
            <pc:sldMk cId="4236520839" sldId="264"/>
            <ac:spMk id="4" creationId="{984B5510-FAEC-7849-A2BA-08D4C2D426E7}"/>
          </ac:spMkLst>
        </pc:spChg>
        <pc:spChg chg="add">
          <ac:chgData name="Akul Ameya" userId="d68e3ac4-9fed-4b39-ac4a-d744a7a1a474" providerId="ADAL" clId="{94F9EA0F-1A94-435B-97BD-BEE4FE500028}" dt="2026-04-01T17:09:25.188" v="544" actId="26606"/>
          <ac:spMkLst>
            <pc:docMk/>
            <pc:sldMk cId="4236520839" sldId="264"/>
            <ac:spMk id="13" creationId="{385E1BDC-A9B0-4A87-82E3-F3187F69A802}"/>
          </ac:spMkLst>
        </pc:spChg>
        <pc:spChg chg="add">
          <ac:chgData name="Akul Ameya" userId="d68e3ac4-9fed-4b39-ac4a-d744a7a1a474" providerId="ADAL" clId="{94F9EA0F-1A94-435B-97BD-BEE4FE500028}" dt="2026-04-01T17:09:25.188" v="544" actId="26606"/>
          <ac:spMkLst>
            <pc:docMk/>
            <pc:sldMk cId="4236520839" sldId="264"/>
            <ac:spMk id="15" creationId="{0990C621-3B8B-4820-8328-D47EF7CE823C}"/>
          </ac:spMkLst>
        </pc:spChg>
        <pc:spChg chg="add">
          <ac:chgData name="Akul Ameya" userId="d68e3ac4-9fed-4b39-ac4a-d744a7a1a474" providerId="ADAL" clId="{94F9EA0F-1A94-435B-97BD-BEE4FE500028}" dt="2026-04-01T17:09:25.188" v="544" actId="26606"/>
          <ac:spMkLst>
            <pc:docMk/>
            <pc:sldMk cId="4236520839" sldId="264"/>
            <ac:spMk id="17" creationId="{C1A2385B-1D2A-4E17-84FA-6CB7F0AAE473}"/>
          </ac:spMkLst>
        </pc:spChg>
        <pc:spChg chg="add">
          <ac:chgData name="Akul Ameya" userId="d68e3ac4-9fed-4b39-ac4a-d744a7a1a474" providerId="ADAL" clId="{94F9EA0F-1A94-435B-97BD-BEE4FE500028}" dt="2026-04-01T17:09:25.188" v="544" actId="26606"/>
          <ac:spMkLst>
            <pc:docMk/>
            <pc:sldMk cId="4236520839" sldId="264"/>
            <ac:spMk id="19" creationId="{5E791F2F-79DB-4CC0-9FA1-001E3E91E8B7}"/>
          </ac:spMkLst>
        </pc:spChg>
        <pc:picChg chg="add mod modCrop">
          <ac:chgData name="Akul Ameya" userId="d68e3ac4-9fed-4b39-ac4a-d744a7a1a474" providerId="ADAL" clId="{94F9EA0F-1A94-435B-97BD-BEE4FE500028}" dt="2026-04-01T17:09:25.188" v="544" actId="26606"/>
          <ac:picMkLst>
            <pc:docMk/>
            <pc:sldMk cId="4236520839" sldId="264"/>
            <ac:picMk id="6" creationId="{5B682166-0AD9-54A0-1FC4-D8F45A883430}"/>
          </ac:picMkLst>
        </pc:picChg>
        <pc:picChg chg="add mod modCrop">
          <ac:chgData name="Akul Ameya" userId="d68e3ac4-9fed-4b39-ac4a-d744a7a1a474" providerId="ADAL" clId="{94F9EA0F-1A94-435B-97BD-BEE4FE500028}" dt="2026-04-01T17:09:25.188" v="544" actId="26606"/>
          <ac:picMkLst>
            <pc:docMk/>
            <pc:sldMk cId="4236520839" sldId="264"/>
            <ac:picMk id="8" creationId="{7647BC38-AB7F-B481-199D-CAEE927069B4}"/>
          </ac:picMkLst>
        </pc:picChg>
      </pc:sldChg>
      <pc:sldChg chg="addSp modSp new mod setBg">
        <pc:chgData name="Akul Ameya" userId="d68e3ac4-9fed-4b39-ac4a-d744a7a1a474" providerId="ADAL" clId="{94F9EA0F-1A94-435B-97BD-BEE4FE500028}" dt="2026-04-01T17:10:40.805" v="552" actId="255"/>
        <pc:sldMkLst>
          <pc:docMk/>
          <pc:sldMk cId="1521408372" sldId="265"/>
        </pc:sldMkLst>
        <pc:spChg chg="mod">
          <ac:chgData name="Akul Ameya" userId="d68e3ac4-9fed-4b39-ac4a-d744a7a1a474" providerId="ADAL" clId="{94F9EA0F-1A94-435B-97BD-BEE4FE500028}" dt="2026-04-01T17:09:43.397" v="545" actId="26606"/>
          <ac:spMkLst>
            <pc:docMk/>
            <pc:sldMk cId="1521408372" sldId="265"/>
            <ac:spMk id="2" creationId="{7E4A567F-0C3C-12A3-7764-25525E53EDC5}"/>
          </ac:spMkLst>
        </pc:spChg>
        <pc:spChg chg="mod">
          <ac:chgData name="Akul Ameya" userId="d68e3ac4-9fed-4b39-ac4a-d744a7a1a474" providerId="ADAL" clId="{94F9EA0F-1A94-435B-97BD-BEE4FE500028}" dt="2026-04-01T17:09:43.397" v="545" actId="26606"/>
          <ac:spMkLst>
            <pc:docMk/>
            <pc:sldMk cId="1521408372" sldId="265"/>
            <ac:spMk id="3" creationId="{BC091E0B-A9DD-C7E6-2F4F-D0C604CDB2BB}"/>
          </ac:spMkLst>
        </pc:spChg>
        <pc:spChg chg="add">
          <ac:chgData name="Akul Ameya" userId="d68e3ac4-9fed-4b39-ac4a-d744a7a1a474" providerId="ADAL" clId="{94F9EA0F-1A94-435B-97BD-BEE4FE500028}" dt="2026-04-01T17:09:43.397" v="545" actId="26606"/>
          <ac:spMkLst>
            <pc:docMk/>
            <pc:sldMk cId="1521408372" sldId="265"/>
            <ac:spMk id="9" creationId="{FFB60E8C-7224-44A4-87A0-46A1711DD2ED}"/>
          </ac:spMkLst>
        </pc:spChg>
        <pc:spChg chg="add">
          <ac:chgData name="Akul Ameya" userId="d68e3ac4-9fed-4b39-ac4a-d744a7a1a474" providerId="ADAL" clId="{94F9EA0F-1A94-435B-97BD-BEE4FE500028}" dt="2026-04-01T17:09:43.397" v="545" actId="26606"/>
          <ac:spMkLst>
            <pc:docMk/>
            <pc:sldMk cId="1521408372" sldId="265"/>
            <ac:spMk id="11" creationId="{5DA32751-37A2-45C0-BE94-63D375E27003}"/>
          </ac:spMkLst>
        </pc:spChg>
        <pc:spChg chg="add">
          <ac:chgData name="Akul Ameya" userId="d68e3ac4-9fed-4b39-ac4a-d744a7a1a474" providerId="ADAL" clId="{94F9EA0F-1A94-435B-97BD-BEE4FE500028}" dt="2026-04-01T17:09:43.397" v="545" actId="26606"/>
          <ac:spMkLst>
            <pc:docMk/>
            <pc:sldMk cId="1521408372" sldId="265"/>
            <ac:spMk id="13" creationId="{E659831F-0D9A-4C63-9EBB-8435B85A440F}"/>
          </ac:spMkLst>
        </pc:spChg>
        <pc:spChg chg="add">
          <ac:chgData name="Akul Ameya" userId="d68e3ac4-9fed-4b39-ac4a-d744a7a1a474" providerId="ADAL" clId="{94F9EA0F-1A94-435B-97BD-BEE4FE500028}" dt="2026-04-01T17:09:43.397" v="545" actId="26606"/>
          <ac:spMkLst>
            <pc:docMk/>
            <pc:sldMk cId="1521408372" sldId="265"/>
            <ac:spMk id="15" creationId="{5A55FBCD-CD42-40F5-8A1B-3203F9CAEEAA}"/>
          </ac:spMkLst>
        </pc:spChg>
        <pc:graphicFrameChg chg="add mod modGraphic">
          <ac:chgData name="Akul Ameya" userId="d68e3ac4-9fed-4b39-ac4a-d744a7a1a474" providerId="ADAL" clId="{94F9EA0F-1A94-435B-97BD-BEE4FE500028}" dt="2026-04-01T17:10:40.805" v="552" actId="255"/>
          <ac:graphicFrameMkLst>
            <pc:docMk/>
            <pc:sldMk cId="1521408372" sldId="265"/>
            <ac:graphicFrameMk id="4" creationId="{716A9C1E-527F-E1BE-DE8F-2F1BC5991B81}"/>
          </ac:graphicFrameMkLst>
        </pc:graphicFrameChg>
      </pc:sldChg>
      <pc:sldChg chg="addSp delSp modSp new mod setBg">
        <pc:chgData name="Akul Ameya" userId="d68e3ac4-9fed-4b39-ac4a-d744a7a1a474" providerId="ADAL" clId="{94F9EA0F-1A94-435B-97BD-BEE4FE500028}" dt="2026-04-01T17:10:53.211" v="555" actId="26606"/>
        <pc:sldMkLst>
          <pc:docMk/>
          <pc:sldMk cId="2526551796" sldId="266"/>
        </pc:sldMkLst>
        <pc:spChg chg="mod">
          <ac:chgData name="Akul Ameya" userId="d68e3ac4-9fed-4b39-ac4a-d744a7a1a474" providerId="ADAL" clId="{94F9EA0F-1A94-435B-97BD-BEE4FE500028}" dt="2026-04-01T17:10:53.211" v="555" actId="26606"/>
          <ac:spMkLst>
            <pc:docMk/>
            <pc:sldMk cId="2526551796" sldId="266"/>
            <ac:spMk id="2" creationId="{8E7ED1F6-C7D3-CF37-193D-5B4B95421E45}"/>
          </ac:spMkLst>
        </pc:spChg>
        <pc:spChg chg="mod ord">
          <ac:chgData name="Akul Ameya" userId="d68e3ac4-9fed-4b39-ac4a-d744a7a1a474" providerId="ADAL" clId="{94F9EA0F-1A94-435B-97BD-BEE4FE500028}" dt="2026-04-01T17:10:53.211" v="555" actId="26606"/>
          <ac:spMkLst>
            <pc:docMk/>
            <pc:sldMk cId="2526551796" sldId="266"/>
            <ac:spMk id="3" creationId="{A78C5114-3852-242C-4FCE-0F4E23F48AED}"/>
          </ac:spMkLst>
        </pc:spChg>
        <pc:spChg chg="add del">
          <ac:chgData name="Akul Ameya" userId="d68e3ac4-9fed-4b39-ac4a-d744a7a1a474" providerId="ADAL" clId="{94F9EA0F-1A94-435B-97BD-BEE4FE500028}" dt="2026-04-01T17:10:53.204" v="554" actId="26606"/>
          <ac:spMkLst>
            <pc:docMk/>
            <pc:sldMk cId="2526551796" sldId="266"/>
            <ac:spMk id="10" creationId="{84ECDE7A-6944-466D-8FFE-149A29BA6BAE}"/>
          </ac:spMkLst>
        </pc:spChg>
        <pc:spChg chg="add del">
          <ac:chgData name="Akul Ameya" userId="d68e3ac4-9fed-4b39-ac4a-d744a7a1a474" providerId="ADAL" clId="{94F9EA0F-1A94-435B-97BD-BEE4FE500028}" dt="2026-04-01T17:10:53.204" v="554" actId="26606"/>
          <ac:spMkLst>
            <pc:docMk/>
            <pc:sldMk cId="2526551796" sldId="266"/>
            <ac:spMk id="12" creationId="{B3420082-9415-44EC-802E-C77D71D59C57}"/>
          </ac:spMkLst>
        </pc:spChg>
        <pc:spChg chg="add del">
          <ac:chgData name="Akul Ameya" userId="d68e3ac4-9fed-4b39-ac4a-d744a7a1a474" providerId="ADAL" clId="{94F9EA0F-1A94-435B-97BD-BEE4FE500028}" dt="2026-04-01T17:10:53.204" v="554" actId="26606"/>
          <ac:spMkLst>
            <pc:docMk/>
            <pc:sldMk cId="2526551796" sldId="266"/>
            <ac:spMk id="14" creationId="{55A52C45-1FCB-4636-A80F-2849B8226C01}"/>
          </ac:spMkLst>
        </pc:spChg>
        <pc:spChg chg="add del">
          <ac:chgData name="Akul Ameya" userId="d68e3ac4-9fed-4b39-ac4a-d744a7a1a474" providerId="ADAL" clId="{94F9EA0F-1A94-435B-97BD-BEE4FE500028}" dt="2026-04-01T17:10:53.204" v="554" actId="26606"/>
          <ac:spMkLst>
            <pc:docMk/>
            <pc:sldMk cId="2526551796" sldId="266"/>
            <ac:spMk id="16" creationId="{768EB4DD-3704-43AD-92B3-C4E0C6EA92CB}"/>
          </ac:spMkLst>
        </pc:spChg>
        <pc:spChg chg="add">
          <ac:chgData name="Akul Ameya" userId="d68e3ac4-9fed-4b39-ac4a-d744a7a1a474" providerId="ADAL" clId="{94F9EA0F-1A94-435B-97BD-BEE4FE500028}" dt="2026-04-01T17:10:53.211" v="555" actId="26606"/>
          <ac:spMkLst>
            <pc:docMk/>
            <pc:sldMk cId="2526551796" sldId="266"/>
            <ac:spMk id="18" creationId="{FFB60E8C-7224-44A4-87A0-46A1711DD2ED}"/>
          </ac:spMkLst>
        </pc:spChg>
        <pc:spChg chg="add">
          <ac:chgData name="Akul Ameya" userId="d68e3ac4-9fed-4b39-ac4a-d744a7a1a474" providerId="ADAL" clId="{94F9EA0F-1A94-435B-97BD-BEE4FE500028}" dt="2026-04-01T17:10:53.211" v="555" actId="26606"/>
          <ac:spMkLst>
            <pc:docMk/>
            <pc:sldMk cId="2526551796" sldId="266"/>
            <ac:spMk id="19" creationId="{5DA32751-37A2-45C0-BE94-63D375E27003}"/>
          </ac:spMkLst>
        </pc:spChg>
        <pc:spChg chg="add">
          <ac:chgData name="Akul Ameya" userId="d68e3ac4-9fed-4b39-ac4a-d744a7a1a474" providerId="ADAL" clId="{94F9EA0F-1A94-435B-97BD-BEE4FE500028}" dt="2026-04-01T17:10:53.211" v="555" actId="26606"/>
          <ac:spMkLst>
            <pc:docMk/>
            <pc:sldMk cId="2526551796" sldId="266"/>
            <ac:spMk id="20" creationId="{E659831F-0D9A-4C63-9EBB-8435B85A440F}"/>
          </ac:spMkLst>
        </pc:spChg>
        <pc:spChg chg="add">
          <ac:chgData name="Akul Ameya" userId="d68e3ac4-9fed-4b39-ac4a-d744a7a1a474" providerId="ADAL" clId="{94F9EA0F-1A94-435B-97BD-BEE4FE500028}" dt="2026-04-01T17:10:53.211" v="555" actId="26606"/>
          <ac:spMkLst>
            <pc:docMk/>
            <pc:sldMk cId="2526551796" sldId="266"/>
            <ac:spMk id="21" creationId="{5A55FBCD-CD42-40F5-8A1B-3203F9CAEEAA}"/>
          </ac:spMkLst>
        </pc:spChg>
        <pc:picChg chg="add mod">
          <ac:chgData name="Akul Ameya" userId="d68e3ac4-9fed-4b39-ac4a-d744a7a1a474" providerId="ADAL" clId="{94F9EA0F-1A94-435B-97BD-BEE4FE500028}" dt="2026-04-01T17:10:53.211" v="555" actId="26606"/>
          <ac:picMkLst>
            <pc:docMk/>
            <pc:sldMk cId="2526551796" sldId="266"/>
            <ac:picMk id="5" creationId="{D052A32F-8D67-0848-7293-89126BC27D42}"/>
          </ac:picMkLst>
        </pc:picChg>
      </pc:sldChg>
      <pc:sldChg chg="addSp delSp modSp new mod setBg">
        <pc:chgData name="Akul Ameya" userId="d68e3ac4-9fed-4b39-ac4a-d744a7a1a474" providerId="ADAL" clId="{94F9EA0F-1A94-435B-97BD-BEE4FE500028}" dt="2026-04-01T17:11:01.471" v="558" actId="26606"/>
        <pc:sldMkLst>
          <pc:docMk/>
          <pc:sldMk cId="1454001113" sldId="267"/>
        </pc:sldMkLst>
        <pc:spChg chg="mod">
          <ac:chgData name="Akul Ameya" userId="d68e3ac4-9fed-4b39-ac4a-d744a7a1a474" providerId="ADAL" clId="{94F9EA0F-1A94-435B-97BD-BEE4FE500028}" dt="2026-04-01T17:11:01.471" v="558" actId="26606"/>
          <ac:spMkLst>
            <pc:docMk/>
            <pc:sldMk cId="1454001113" sldId="267"/>
            <ac:spMk id="2" creationId="{4448DD46-324B-0ABD-A503-E725222E0ED1}"/>
          </ac:spMkLst>
        </pc:spChg>
        <pc:spChg chg="mod ord">
          <ac:chgData name="Akul Ameya" userId="d68e3ac4-9fed-4b39-ac4a-d744a7a1a474" providerId="ADAL" clId="{94F9EA0F-1A94-435B-97BD-BEE4FE500028}" dt="2026-04-01T17:11:01.471" v="558" actId="26606"/>
          <ac:spMkLst>
            <pc:docMk/>
            <pc:sldMk cId="1454001113" sldId="267"/>
            <ac:spMk id="3" creationId="{F304661B-38F0-121E-9283-23909AC104CA}"/>
          </ac:spMkLst>
        </pc:spChg>
        <pc:spChg chg="add del">
          <ac:chgData name="Akul Ameya" userId="d68e3ac4-9fed-4b39-ac4a-d744a7a1a474" providerId="ADAL" clId="{94F9EA0F-1A94-435B-97BD-BEE4FE500028}" dt="2026-04-01T17:11:01.466" v="557" actId="26606"/>
          <ac:spMkLst>
            <pc:docMk/>
            <pc:sldMk cId="1454001113" sldId="267"/>
            <ac:spMk id="10" creationId="{74B0B678-CD10-4371-96E5-2706F4579FAD}"/>
          </ac:spMkLst>
        </pc:spChg>
        <pc:spChg chg="add del">
          <ac:chgData name="Akul Ameya" userId="d68e3ac4-9fed-4b39-ac4a-d744a7a1a474" providerId="ADAL" clId="{94F9EA0F-1A94-435B-97BD-BEE4FE500028}" dt="2026-04-01T17:11:01.466" v="557" actId="26606"/>
          <ac:spMkLst>
            <pc:docMk/>
            <pc:sldMk cId="1454001113" sldId="267"/>
            <ac:spMk id="16" creationId="{CBC4F608-B4B8-48C3-9572-C0F061B1CD99}"/>
          </ac:spMkLst>
        </pc:spChg>
        <pc:spChg chg="add del">
          <ac:chgData name="Akul Ameya" userId="d68e3ac4-9fed-4b39-ac4a-d744a7a1a474" providerId="ADAL" clId="{94F9EA0F-1A94-435B-97BD-BEE4FE500028}" dt="2026-04-01T17:11:01.466" v="557" actId="26606"/>
          <ac:spMkLst>
            <pc:docMk/>
            <pc:sldMk cId="1454001113" sldId="267"/>
            <ac:spMk id="18" creationId="{1382A32C-5B0C-4B1C-A074-76C6DBCC9F87}"/>
          </ac:spMkLst>
        </pc:spChg>
        <pc:spChg chg="add">
          <ac:chgData name="Akul Ameya" userId="d68e3ac4-9fed-4b39-ac4a-d744a7a1a474" providerId="ADAL" clId="{94F9EA0F-1A94-435B-97BD-BEE4FE500028}" dt="2026-04-01T17:11:01.471" v="558" actId="26606"/>
          <ac:spMkLst>
            <pc:docMk/>
            <pc:sldMk cId="1454001113" sldId="267"/>
            <ac:spMk id="20" creationId="{9D25F302-27C5-414F-97F8-6EA0A6C028BA}"/>
          </ac:spMkLst>
        </pc:spChg>
        <pc:spChg chg="add">
          <ac:chgData name="Akul Ameya" userId="d68e3ac4-9fed-4b39-ac4a-d744a7a1a474" providerId="ADAL" clId="{94F9EA0F-1A94-435B-97BD-BEE4FE500028}" dt="2026-04-01T17:11:01.471" v="558" actId="26606"/>
          <ac:spMkLst>
            <pc:docMk/>
            <pc:sldMk cId="1454001113" sldId="267"/>
            <ac:spMk id="21" creationId="{830A36F8-48C2-4842-A87B-8CE8DF4E7FD2}"/>
          </ac:spMkLst>
        </pc:spChg>
        <pc:spChg chg="add">
          <ac:chgData name="Akul Ameya" userId="d68e3ac4-9fed-4b39-ac4a-d744a7a1a474" providerId="ADAL" clId="{94F9EA0F-1A94-435B-97BD-BEE4FE500028}" dt="2026-04-01T17:11:01.471" v="558" actId="26606"/>
          <ac:spMkLst>
            <pc:docMk/>
            <pc:sldMk cId="1454001113" sldId="267"/>
            <ac:spMk id="22" creationId="{7F488E8B-4E1E-4402-8935-D4E6C02615C7}"/>
          </ac:spMkLst>
        </pc:spChg>
        <pc:grpChg chg="add del">
          <ac:chgData name="Akul Ameya" userId="d68e3ac4-9fed-4b39-ac4a-d744a7a1a474" providerId="ADAL" clId="{94F9EA0F-1A94-435B-97BD-BEE4FE500028}" dt="2026-04-01T17:11:01.466" v="557" actId="26606"/>
          <ac:grpSpMkLst>
            <pc:docMk/>
            <pc:sldMk cId="1454001113" sldId="267"/>
            <ac:grpSpMk id="12" creationId="{A9270323-9616-4384-857D-E86B78272EFE}"/>
          </ac:grpSpMkLst>
        </pc:grpChg>
        <pc:picChg chg="add mod ord">
          <ac:chgData name="Akul Ameya" userId="d68e3ac4-9fed-4b39-ac4a-d744a7a1a474" providerId="ADAL" clId="{94F9EA0F-1A94-435B-97BD-BEE4FE500028}" dt="2026-04-01T17:11:01.471" v="558" actId="26606"/>
          <ac:picMkLst>
            <pc:docMk/>
            <pc:sldMk cId="1454001113" sldId="267"/>
            <ac:picMk id="4" creationId="{141C5C3D-1228-0BA8-1BF3-1D73571CDB3F}"/>
          </ac:picMkLst>
        </pc:picChg>
        <pc:picChg chg="add mod ord">
          <ac:chgData name="Akul Ameya" userId="d68e3ac4-9fed-4b39-ac4a-d744a7a1a474" providerId="ADAL" clId="{94F9EA0F-1A94-435B-97BD-BEE4FE500028}" dt="2026-04-01T17:11:01.471" v="558" actId="26606"/>
          <ac:picMkLst>
            <pc:docMk/>
            <pc:sldMk cId="1454001113" sldId="267"/>
            <ac:picMk id="5" creationId="{7812C269-36BE-BC03-67A8-374F5D7D4E98}"/>
          </ac:picMkLst>
        </pc:picChg>
      </pc:sldChg>
      <pc:sldChg chg="addSp modSp new mod setBg">
        <pc:chgData name="Akul Ameya" userId="d68e3ac4-9fed-4b39-ac4a-d744a7a1a474" providerId="ADAL" clId="{94F9EA0F-1A94-435B-97BD-BEE4FE500028}" dt="2026-04-01T17:11:55.170" v="565" actId="1076"/>
        <pc:sldMkLst>
          <pc:docMk/>
          <pc:sldMk cId="990505157" sldId="268"/>
        </pc:sldMkLst>
        <pc:spChg chg="mod">
          <ac:chgData name="Akul Ameya" userId="d68e3ac4-9fed-4b39-ac4a-d744a7a1a474" providerId="ADAL" clId="{94F9EA0F-1A94-435B-97BD-BEE4FE500028}" dt="2026-04-01T17:11:23.231" v="559" actId="26606"/>
          <ac:spMkLst>
            <pc:docMk/>
            <pc:sldMk cId="990505157" sldId="268"/>
            <ac:spMk id="2" creationId="{550478E7-03E0-276E-38A9-A5B56F893CD4}"/>
          </ac:spMkLst>
        </pc:spChg>
        <pc:spChg chg="mod">
          <ac:chgData name="Akul Ameya" userId="d68e3ac4-9fed-4b39-ac4a-d744a7a1a474" providerId="ADAL" clId="{94F9EA0F-1A94-435B-97BD-BEE4FE500028}" dt="2026-04-01T17:11:23.231" v="559" actId="26606"/>
          <ac:spMkLst>
            <pc:docMk/>
            <pc:sldMk cId="990505157" sldId="268"/>
            <ac:spMk id="3" creationId="{3E17559C-7D36-78F9-6C5A-24810F1067AB}"/>
          </ac:spMkLst>
        </pc:spChg>
        <pc:spChg chg="add">
          <ac:chgData name="Akul Ameya" userId="d68e3ac4-9fed-4b39-ac4a-d744a7a1a474" providerId="ADAL" clId="{94F9EA0F-1A94-435B-97BD-BEE4FE500028}" dt="2026-04-01T17:11:23.231" v="559" actId="26606"/>
          <ac:spMkLst>
            <pc:docMk/>
            <pc:sldMk cId="990505157" sldId="268"/>
            <ac:spMk id="9" creationId="{F541DB91-0B10-46D9-B34B-7BFF9602606D}"/>
          </ac:spMkLst>
        </pc:spChg>
        <pc:spChg chg="add">
          <ac:chgData name="Akul Ameya" userId="d68e3ac4-9fed-4b39-ac4a-d744a7a1a474" providerId="ADAL" clId="{94F9EA0F-1A94-435B-97BD-BEE4FE500028}" dt="2026-04-01T17:11:23.231" v="559" actId="26606"/>
          <ac:spMkLst>
            <pc:docMk/>
            <pc:sldMk cId="990505157" sldId="268"/>
            <ac:spMk id="11" creationId="{9CF7FE1C-8BC5-4B0C-A2BC-93AB72C90FDD}"/>
          </ac:spMkLst>
        </pc:spChg>
        <pc:graphicFrameChg chg="add mod modGraphic">
          <ac:chgData name="Akul Ameya" userId="d68e3ac4-9fed-4b39-ac4a-d744a7a1a474" providerId="ADAL" clId="{94F9EA0F-1A94-435B-97BD-BEE4FE500028}" dt="2026-04-01T17:11:55.170" v="565" actId="1076"/>
          <ac:graphicFrameMkLst>
            <pc:docMk/>
            <pc:sldMk cId="990505157" sldId="268"/>
            <ac:graphicFrameMk id="4" creationId="{95F4847E-A0C8-8758-E897-1FAB3ADAC17D}"/>
          </ac:graphicFrameMkLst>
        </pc:graphicFrameChg>
      </pc:sldChg>
      <pc:sldChg chg="addSp delSp modSp new mod setBg">
        <pc:chgData name="Akul Ameya" userId="d68e3ac4-9fed-4b39-ac4a-d744a7a1a474" providerId="ADAL" clId="{94F9EA0F-1A94-435B-97BD-BEE4FE500028}" dt="2026-04-01T22:01:08.519" v="599" actId="26606"/>
        <pc:sldMkLst>
          <pc:docMk/>
          <pc:sldMk cId="2403666869" sldId="269"/>
        </pc:sldMkLst>
        <pc:spChg chg="mod">
          <ac:chgData name="Akul Ameya" userId="d68e3ac4-9fed-4b39-ac4a-d744a7a1a474" providerId="ADAL" clId="{94F9EA0F-1A94-435B-97BD-BEE4FE500028}" dt="2026-04-01T22:01:08.519" v="599" actId="26606"/>
          <ac:spMkLst>
            <pc:docMk/>
            <pc:sldMk cId="2403666869" sldId="269"/>
            <ac:spMk id="2" creationId="{BB0C3B6A-A37D-3DFD-576D-425C298DD335}"/>
          </ac:spMkLst>
        </pc:spChg>
        <pc:spChg chg="add del mod ord">
          <ac:chgData name="Akul Ameya" userId="d68e3ac4-9fed-4b39-ac4a-d744a7a1a474" providerId="ADAL" clId="{94F9EA0F-1A94-435B-97BD-BEE4FE500028}" dt="2026-04-01T22:01:08.519" v="599" actId="26606"/>
          <ac:spMkLst>
            <pc:docMk/>
            <pc:sldMk cId="2403666869" sldId="269"/>
            <ac:spMk id="3" creationId="{DFE9891B-B654-75ED-8FE6-45F56A327671}"/>
          </ac:spMkLst>
        </pc:spChg>
        <pc:spChg chg="add mod">
          <ac:chgData name="Akul Ameya" userId="d68e3ac4-9fed-4b39-ac4a-d744a7a1a474" providerId="ADAL" clId="{94F9EA0F-1A94-435B-97BD-BEE4FE500028}" dt="2026-04-01T16:57:17.907" v="403"/>
          <ac:spMkLst>
            <pc:docMk/>
            <pc:sldMk cId="2403666869" sldId="269"/>
            <ac:spMk id="4" creationId="{490D58DC-0F2B-38DC-83B9-BEF4ADEE9DFB}"/>
          </ac:spMkLst>
        </pc:spChg>
        <pc:spChg chg="add">
          <ac:chgData name="Akul Ameya" userId="d68e3ac4-9fed-4b39-ac4a-d744a7a1a474" providerId="ADAL" clId="{94F9EA0F-1A94-435B-97BD-BEE4FE500028}" dt="2026-04-01T17:00:31.554" v="463"/>
          <ac:spMkLst>
            <pc:docMk/>
            <pc:sldMk cId="2403666869" sldId="269"/>
            <ac:spMk id="6" creationId="{2D4638AD-DED6-4D8E-E763-B74A1DC142AF}"/>
          </ac:spMkLst>
        </pc:spChg>
        <pc:spChg chg="add">
          <ac:chgData name="Akul Ameya" userId="d68e3ac4-9fed-4b39-ac4a-d744a7a1a474" providerId="ADAL" clId="{94F9EA0F-1A94-435B-97BD-BEE4FE500028}" dt="2026-04-01T22:01:08.519" v="599" actId="26606"/>
          <ac:spMkLst>
            <pc:docMk/>
            <pc:sldMk cId="2403666869" sldId="269"/>
            <ac:spMk id="10" creationId="{058A14AF-9FB5-4CC7-BA35-E8E85D3EDF0E}"/>
          </ac:spMkLst>
        </pc:spChg>
        <pc:spChg chg="add">
          <ac:chgData name="Akul Ameya" userId="d68e3ac4-9fed-4b39-ac4a-d744a7a1a474" providerId="ADAL" clId="{94F9EA0F-1A94-435B-97BD-BEE4FE500028}" dt="2026-04-01T22:01:08.519" v="599" actId="26606"/>
          <ac:spMkLst>
            <pc:docMk/>
            <pc:sldMk cId="2403666869" sldId="269"/>
            <ac:spMk id="12" creationId="{3A9A4357-BD1D-4622-A4FE-766E6AB8DE84}"/>
          </ac:spMkLst>
        </pc:spChg>
        <pc:spChg chg="add">
          <ac:chgData name="Akul Ameya" userId="d68e3ac4-9fed-4b39-ac4a-d744a7a1a474" providerId="ADAL" clId="{94F9EA0F-1A94-435B-97BD-BEE4FE500028}" dt="2026-04-01T22:01:08.519" v="599" actId="26606"/>
          <ac:spMkLst>
            <pc:docMk/>
            <pc:sldMk cId="2403666869" sldId="269"/>
            <ac:spMk id="14" creationId="{E659831F-0D9A-4C63-9EBB-8435B85A440F}"/>
          </ac:spMkLst>
        </pc:spChg>
        <pc:spChg chg="add">
          <ac:chgData name="Akul Ameya" userId="d68e3ac4-9fed-4b39-ac4a-d744a7a1a474" providerId="ADAL" clId="{94F9EA0F-1A94-435B-97BD-BEE4FE500028}" dt="2026-04-01T22:01:08.519" v="599" actId="26606"/>
          <ac:spMkLst>
            <pc:docMk/>
            <pc:sldMk cId="2403666869" sldId="269"/>
            <ac:spMk id="16" creationId="{E6995CE5-F890-4ABA-82A2-26507CE8D2A3}"/>
          </ac:spMkLst>
        </pc:spChg>
        <pc:picChg chg="add mod">
          <ac:chgData name="Akul Ameya" userId="d68e3ac4-9fed-4b39-ac4a-d744a7a1a474" providerId="ADAL" clId="{94F9EA0F-1A94-435B-97BD-BEE4FE500028}" dt="2026-04-01T22:01:08.519" v="599" actId="26606"/>
          <ac:picMkLst>
            <pc:docMk/>
            <pc:sldMk cId="2403666869" sldId="269"/>
            <ac:picMk id="5" creationId="{B62B9E74-06AA-36CE-D3CD-2003376F40C9}"/>
          </ac:picMkLst>
        </pc:picChg>
        <pc:picChg chg="add del mod">
          <ac:chgData name="Akul Ameya" userId="d68e3ac4-9fed-4b39-ac4a-d744a7a1a474" providerId="ADAL" clId="{94F9EA0F-1A94-435B-97BD-BEE4FE500028}" dt="2026-04-01T17:03:37.941" v="488" actId="478"/>
          <ac:picMkLst>
            <pc:docMk/>
            <pc:sldMk cId="2403666869" sldId="269"/>
            <ac:picMk id="5" creationId="{D4993210-DD24-E7B3-3896-7BC9AFFE4C3E}"/>
          </ac:picMkLst>
        </pc:picChg>
      </pc:sldChg>
      <pc:sldChg chg="addSp delSp modSp new mod setBg modNotesTx">
        <pc:chgData name="Akul Ameya" userId="d68e3ac4-9fed-4b39-ac4a-d744a7a1a474" providerId="ADAL" clId="{94F9EA0F-1A94-435B-97BD-BEE4FE500028}" dt="2026-04-01T17:12:48.469" v="583" actId="403"/>
        <pc:sldMkLst>
          <pc:docMk/>
          <pc:sldMk cId="2690443566" sldId="270"/>
        </pc:sldMkLst>
        <pc:spChg chg="mod">
          <ac:chgData name="Akul Ameya" userId="d68e3ac4-9fed-4b39-ac4a-d744a7a1a474" providerId="ADAL" clId="{94F9EA0F-1A94-435B-97BD-BEE4FE500028}" dt="2026-04-01T17:12:38.705" v="575" actId="26606"/>
          <ac:spMkLst>
            <pc:docMk/>
            <pc:sldMk cId="2690443566" sldId="270"/>
            <ac:spMk id="2" creationId="{07A1EB7B-E7DB-614F-E0C4-00B8563957DF}"/>
          </ac:spMkLst>
        </pc:spChg>
        <pc:spChg chg="mod">
          <ac:chgData name="Akul Ameya" userId="d68e3ac4-9fed-4b39-ac4a-d744a7a1a474" providerId="ADAL" clId="{94F9EA0F-1A94-435B-97BD-BEE4FE500028}" dt="2026-04-01T17:12:48.469" v="583" actId="403"/>
          <ac:spMkLst>
            <pc:docMk/>
            <pc:sldMk cId="2690443566" sldId="270"/>
            <ac:spMk id="3" creationId="{7688EB89-0890-15C3-0286-EB4BD7A6D7BF}"/>
          </ac:spMkLst>
        </pc:spChg>
        <pc:spChg chg="add del">
          <ac:chgData name="Akul Ameya" userId="d68e3ac4-9fed-4b39-ac4a-d744a7a1a474" providerId="ADAL" clId="{94F9EA0F-1A94-435B-97BD-BEE4FE500028}" dt="2026-04-01T17:12:25.467" v="568" actId="26606"/>
          <ac:spMkLst>
            <pc:docMk/>
            <pc:sldMk cId="2690443566" sldId="270"/>
            <ac:spMk id="8" creationId="{081EA652-8C6A-4E69-BEB9-170809474553}"/>
          </ac:spMkLst>
        </pc:spChg>
        <pc:spChg chg="add del">
          <ac:chgData name="Akul Ameya" userId="d68e3ac4-9fed-4b39-ac4a-d744a7a1a474" providerId="ADAL" clId="{94F9EA0F-1A94-435B-97BD-BEE4FE500028}" dt="2026-04-01T17:12:25.467" v="568" actId="26606"/>
          <ac:spMkLst>
            <pc:docMk/>
            <pc:sldMk cId="2690443566" sldId="270"/>
            <ac:spMk id="10" creationId="{5298780A-33B9-4EA2-8F67-DE68AD62841B}"/>
          </ac:spMkLst>
        </pc:spChg>
        <pc:spChg chg="add del">
          <ac:chgData name="Akul Ameya" userId="d68e3ac4-9fed-4b39-ac4a-d744a7a1a474" providerId="ADAL" clId="{94F9EA0F-1A94-435B-97BD-BEE4FE500028}" dt="2026-04-01T17:12:25.467" v="568" actId="26606"/>
          <ac:spMkLst>
            <pc:docMk/>
            <pc:sldMk cId="2690443566" sldId="270"/>
            <ac:spMk id="12" creationId="{7F488E8B-4E1E-4402-8935-D4E6C02615C7}"/>
          </ac:spMkLst>
        </pc:spChg>
        <pc:spChg chg="add">
          <ac:chgData name="Akul Ameya" userId="d68e3ac4-9fed-4b39-ac4a-d744a7a1a474" providerId="ADAL" clId="{94F9EA0F-1A94-435B-97BD-BEE4FE500028}" dt="2026-04-01T17:12:38.705" v="575" actId="26606"/>
          <ac:spMkLst>
            <pc:docMk/>
            <pc:sldMk cId="2690443566" sldId="270"/>
            <ac:spMk id="15" creationId="{D5B0017B-2ECA-49AF-B397-DC140825DF8D}"/>
          </ac:spMkLst>
        </pc:spChg>
        <pc:spChg chg="add del">
          <ac:chgData name="Akul Ameya" userId="d68e3ac4-9fed-4b39-ac4a-d744a7a1a474" providerId="ADAL" clId="{94F9EA0F-1A94-435B-97BD-BEE4FE500028}" dt="2026-04-01T17:12:38.696" v="574" actId="26606"/>
          <ac:spMkLst>
            <pc:docMk/>
            <pc:sldMk cId="2690443566" sldId="270"/>
            <ac:spMk id="16" creationId="{9F835A99-04AC-494A-A572-AFE8413CC938}"/>
          </ac:spMkLst>
        </pc:spChg>
        <pc:spChg chg="add del">
          <ac:chgData name="Akul Ameya" userId="d68e3ac4-9fed-4b39-ac4a-d744a7a1a474" providerId="ADAL" clId="{94F9EA0F-1A94-435B-97BD-BEE4FE500028}" dt="2026-04-01T17:12:29.829" v="570" actId="26606"/>
          <ac:spMkLst>
            <pc:docMk/>
            <pc:sldMk cId="2690443566" sldId="270"/>
            <ac:spMk id="17" creationId="{18873D23-2DCF-4B31-A009-95721C06E8E1}"/>
          </ac:spMkLst>
        </pc:spChg>
        <pc:spChg chg="add del">
          <ac:chgData name="Akul Ameya" userId="d68e3ac4-9fed-4b39-ac4a-d744a7a1a474" providerId="ADAL" clId="{94F9EA0F-1A94-435B-97BD-BEE4FE500028}" dt="2026-04-01T17:12:29.829" v="570" actId="26606"/>
          <ac:spMkLst>
            <pc:docMk/>
            <pc:sldMk cId="2690443566" sldId="270"/>
            <ac:spMk id="18" creationId="{C13EF075-D4EF-4929-ADBC-91B27DA19955}"/>
          </ac:spMkLst>
        </pc:spChg>
        <pc:spChg chg="add del">
          <ac:chgData name="Akul Ameya" userId="d68e3ac4-9fed-4b39-ac4a-d744a7a1a474" providerId="ADAL" clId="{94F9EA0F-1A94-435B-97BD-BEE4FE500028}" dt="2026-04-01T17:12:38.696" v="574" actId="26606"/>
          <ac:spMkLst>
            <pc:docMk/>
            <pc:sldMk cId="2690443566" sldId="270"/>
            <ac:spMk id="20" creationId="{2D2964BB-484D-45AE-AD66-D407D0629652}"/>
          </ac:spMkLst>
        </pc:spChg>
        <pc:spChg chg="add del">
          <ac:chgData name="Akul Ameya" userId="d68e3ac4-9fed-4b39-ac4a-d744a7a1a474" providerId="ADAL" clId="{94F9EA0F-1A94-435B-97BD-BEE4FE500028}" dt="2026-04-01T17:12:33.100" v="572" actId="26606"/>
          <ac:spMkLst>
            <pc:docMk/>
            <pc:sldMk cId="2690443566" sldId="270"/>
            <ac:spMk id="22" creationId="{4DA718D0-4865-4629-8134-44F68D41D574}"/>
          </ac:spMkLst>
        </pc:spChg>
        <pc:spChg chg="add del">
          <ac:chgData name="Akul Ameya" userId="d68e3ac4-9fed-4b39-ac4a-d744a7a1a474" providerId="ADAL" clId="{94F9EA0F-1A94-435B-97BD-BEE4FE500028}" dt="2026-04-01T17:12:33.100" v="572" actId="26606"/>
          <ac:spMkLst>
            <pc:docMk/>
            <pc:sldMk cId="2690443566" sldId="270"/>
            <ac:spMk id="25" creationId="{CBC4F608-B4B8-48C3-9572-C0F061B1CD99}"/>
          </ac:spMkLst>
        </pc:spChg>
        <pc:spChg chg="add del">
          <ac:chgData name="Akul Ameya" userId="d68e3ac4-9fed-4b39-ac4a-d744a7a1a474" providerId="ADAL" clId="{94F9EA0F-1A94-435B-97BD-BEE4FE500028}" dt="2026-04-01T17:12:38.696" v="574" actId="26606"/>
          <ac:spMkLst>
            <pc:docMk/>
            <pc:sldMk cId="2690443566" sldId="270"/>
            <ac:spMk id="27" creationId="{E92FEB64-6EEA-4759-B4A4-BD2C1E660BA8}"/>
          </ac:spMkLst>
        </pc:spChg>
        <pc:spChg chg="add del">
          <ac:chgData name="Akul Ameya" userId="d68e3ac4-9fed-4b39-ac4a-d744a7a1a474" providerId="ADAL" clId="{94F9EA0F-1A94-435B-97BD-BEE4FE500028}" dt="2026-04-01T17:12:38.696" v="574" actId="26606"/>
          <ac:spMkLst>
            <pc:docMk/>
            <pc:sldMk cId="2690443566" sldId="270"/>
            <ac:spMk id="28" creationId="{B10BB131-AC8E-4A8E-A5D1-36260F720C3B}"/>
          </ac:spMkLst>
        </pc:spChg>
        <pc:spChg chg="add del">
          <ac:chgData name="Akul Ameya" userId="d68e3ac4-9fed-4b39-ac4a-d744a7a1a474" providerId="ADAL" clId="{94F9EA0F-1A94-435B-97BD-BEE4FE500028}" dt="2026-04-01T17:12:38.696" v="574" actId="26606"/>
          <ac:spMkLst>
            <pc:docMk/>
            <pc:sldMk cId="2690443566" sldId="270"/>
            <ac:spMk id="29" creationId="{14847E93-7DC1-4D4B-8829-B19AA7137C50}"/>
          </ac:spMkLst>
        </pc:spChg>
        <pc:spChg chg="add del">
          <ac:chgData name="Akul Ameya" userId="d68e3ac4-9fed-4b39-ac4a-d744a7a1a474" providerId="ADAL" clId="{94F9EA0F-1A94-435B-97BD-BEE4FE500028}" dt="2026-04-01T17:12:38.696" v="574" actId="26606"/>
          <ac:spMkLst>
            <pc:docMk/>
            <pc:sldMk cId="2690443566" sldId="270"/>
            <ac:spMk id="30" creationId="{5566D6E1-03A1-4D73-A4E0-35D74D568A04}"/>
          </ac:spMkLst>
        </pc:spChg>
        <pc:spChg chg="add del">
          <ac:chgData name="Akul Ameya" userId="d68e3ac4-9fed-4b39-ac4a-d744a7a1a474" providerId="ADAL" clId="{94F9EA0F-1A94-435B-97BD-BEE4FE500028}" dt="2026-04-01T17:12:38.696" v="574" actId="26606"/>
          <ac:spMkLst>
            <pc:docMk/>
            <pc:sldMk cId="2690443566" sldId="270"/>
            <ac:spMk id="31" creationId="{7B786209-1B0B-4CA9-9BDD-F7327066A84D}"/>
          </ac:spMkLst>
        </pc:spChg>
        <pc:spChg chg="add del">
          <ac:chgData name="Akul Ameya" userId="d68e3ac4-9fed-4b39-ac4a-d744a7a1a474" providerId="ADAL" clId="{94F9EA0F-1A94-435B-97BD-BEE4FE500028}" dt="2026-04-01T17:12:38.696" v="574" actId="26606"/>
          <ac:spMkLst>
            <pc:docMk/>
            <pc:sldMk cId="2690443566" sldId="270"/>
            <ac:spMk id="32" creationId="{6691AC69-A76E-4DAB-B565-468B6B87ACF3}"/>
          </ac:spMkLst>
        </pc:spChg>
        <pc:spChg chg="add">
          <ac:chgData name="Akul Ameya" userId="d68e3ac4-9fed-4b39-ac4a-d744a7a1a474" providerId="ADAL" clId="{94F9EA0F-1A94-435B-97BD-BEE4FE500028}" dt="2026-04-01T17:12:38.705" v="575" actId="26606"/>
          <ac:spMkLst>
            <pc:docMk/>
            <pc:sldMk cId="2690443566" sldId="270"/>
            <ac:spMk id="34" creationId="{B6CDA21F-E7AF-4C75-8395-33F58D5B0E45}"/>
          </ac:spMkLst>
        </pc:spChg>
        <pc:grpChg chg="add del">
          <ac:chgData name="Akul Ameya" userId="d68e3ac4-9fed-4b39-ac4a-d744a7a1a474" providerId="ADAL" clId="{94F9EA0F-1A94-435B-97BD-BEE4FE500028}" dt="2026-04-01T17:12:29.829" v="570" actId="26606"/>
          <ac:grpSpMkLst>
            <pc:docMk/>
            <pc:sldMk cId="2690443566" sldId="270"/>
            <ac:grpSpMk id="19" creationId="{DAA26DFA-AAB2-4973-9C17-16D587C7B198}"/>
          </ac:grpSpMkLst>
        </pc:grpChg>
        <pc:grpChg chg="add del">
          <ac:chgData name="Akul Ameya" userId="d68e3ac4-9fed-4b39-ac4a-d744a7a1a474" providerId="ADAL" clId="{94F9EA0F-1A94-435B-97BD-BEE4FE500028}" dt="2026-04-01T17:12:33.100" v="572" actId="26606"/>
          <ac:grpSpMkLst>
            <pc:docMk/>
            <pc:sldMk cId="2690443566" sldId="270"/>
            <ac:grpSpMk id="23" creationId="{65167ED7-6315-43AB-B1B6-C326D5FD8F84}"/>
          </ac:grpSpMkLst>
        </pc:grpChg>
        <pc:grpChg chg="add">
          <ac:chgData name="Akul Ameya" userId="d68e3ac4-9fed-4b39-ac4a-d744a7a1a474" providerId="ADAL" clId="{94F9EA0F-1A94-435B-97BD-BEE4FE500028}" dt="2026-04-01T17:12:38.705" v="575" actId="26606"/>
          <ac:grpSpMkLst>
            <pc:docMk/>
            <pc:sldMk cId="2690443566" sldId="270"/>
            <ac:grpSpMk id="35" creationId="{AE1C45F0-260A-458C-96ED-C1F6D2151219}"/>
          </ac:grpSpMkLst>
        </pc:grpChg>
        <pc:cxnChg chg="add del">
          <ac:chgData name="Akul Ameya" userId="d68e3ac4-9fed-4b39-ac4a-d744a7a1a474" providerId="ADAL" clId="{94F9EA0F-1A94-435B-97BD-BEE4FE500028}" dt="2026-04-01T17:12:25.467" v="568" actId="26606"/>
          <ac:cxnSpMkLst>
            <pc:docMk/>
            <pc:sldMk cId="2690443566" sldId="270"/>
            <ac:cxnSpMk id="14" creationId="{23AAC9B5-8015-485C-ACF9-A750390E9A56}"/>
          </ac:cxnSpMkLst>
        </pc:cxnChg>
        <pc:cxnChg chg="add">
          <ac:chgData name="Akul Ameya" userId="d68e3ac4-9fed-4b39-ac4a-d744a7a1a474" providerId="ADAL" clId="{94F9EA0F-1A94-435B-97BD-BEE4FE500028}" dt="2026-04-01T17:12:38.705" v="575" actId="26606"/>
          <ac:cxnSpMkLst>
            <pc:docMk/>
            <pc:sldMk cId="2690443566" sldId="270"/>
            <ac:cxnSpMk id="37" creationId="{6CF1BAF6-AD41-4082-B212-8A1F9A2E8779}"/>
          </ac:cxnSpMkLst>
        </pc:cxnChg>
      </pc:sldChg>
      <pc:sldChg chg="addSp delSp modSp new mod setBg modNotesTx">
        <pc:chgData name="Akul Ameya" userId="d68e3ac4-9fed-4b39-ac4a-d744a7a1a474" providerId="ADAL" clId="{94F9EA0F-1A94-435B-97BD-BEE4FE500028}" dt="2026-04-01T17:17:39.979" v="586" actId="20577"/>
        <pc:sldMkLst>
          <pc:docMk/>
          <pc:sldMk cId="2439361109" sldId="271"/>
        </pc:sldMkLst>
        <pc:spChg chg="mod">
          <ac:chgData name="Akul Ameya" userId="d68e3ac4-9fed-4b39-ac4a-d744a7a1a474" providerId="ADAL" clId="{94F9EA0F-1A94-435B-97BD-BEE4FE500028}" dt="2026-04-01T17:13:05.577" v="584" actId="26606"/>
          <ac:spMkLst>
            <pc:docMk/>
            <pc:sldMk cId="2439361109" sldId="271"/>
            <ac:spMk id="2" creationId="{7BCE1FAD-6382-6FD6-E68A-B9E6EBB7D1D6}"/>
          </ac:spMkLst>
        </pc:spChg>
        <pc:spChg chg="del mod">
          <ac:chgData name="Akul Ameya" userId="d68e3ac4-9fed-4b39-ac4a-d744a7a1a474" providerId="ADAL" clId="{94F9EA0F-1A94-435B-97BD-BEE4FE500028}" dt="2026-04-01T17:13:05.577" v="584" actId="26606"/>
          <ac:spMkLst>
            <pc:docMk/>
            <pc:sldMk cId="2439361109" sldId="271"/>
            <ac:spMk id="3" creationId="{66F5953A-1D8E-883A-F2C4-5620E85687E2}"/>
          </ac:spMkLst>
        </pc:spChg>
        <pc:spChg chg="add">
          <ac:chgData name="Akul Ameya" userId="d68e3ac4-9fed-4b39-ac4a-d744a7a1a474" providerId="ADAL" clId="{94F9EA0F-1A94-435B-97BD-BEE4FE500028}" dt="2026-04-01T17:13:05.577" v="584" actId="26606"/>
          <ac:spMkLst>
            <pc:docMk/>
            <pc:sldMk cId="2439361109" sldId="271"/>
            <ac:spMk id="9" creationId="{6C4028FD-8BAA-4A19-BFDE-594D991B7552}"/>
          </ac:spMkLst>
        </pc:spChg>
        <pc:graphicFrameChg chg="add">
          <ac:chgData name="Akul Ameya" userId="d68e3ac4-9fed-4b39-ac4a-d744a7a1a474" providerId="ADAL" clId="{94F9EA0F-1A94-435B-97BD-BEE4FE500028}" dt="2026-04-01T17:13:05.577" v="584" actId="26606"/>
          <ac:graphicFrameMkLst>
            <pc:docMk/>
            <pc:sldMk cId="2439361109" sldId="271"/>
            <ac:graphicFrameMk id="5" creationId="{0AD15C66-B5B2-839E-0F45-31798B06C151}"/>
          </ac:graphicFrameMkLst>
        </pc:graphicFrameChg>
      </pc:sldChg>
      <pc:sldChg chg="addSp modSp add mod setBg">
        <pc:chgData name="Akul Ameya" userId="d68e3ac4-9fed-4b39-ac4a-d744a7a1a474" providerId="ADAL" clId="{94F9EA0F-1A94-435B-97BD-BEE4FE500028}" dt="2026-04-01T17:12:06.538" v="566" actId="26606"/>
        <pc:sldMkLst>
          <pc:docMk/>
          <pc:sldMk cId="1130548193" sldId="272"/>
        </pc:sldMkLst>
        <pc:spChg chg="mod">
          <ac:chgData name="Akul Ameya" userId="d68e3ac4-9fed-4b39-ac4a-d744a7a1a474" providerId="ADAL" clId="{94F9EA0F-1A94-435B-97BD-BEE4FE500028}" dt="2026-04-01T17:12:06.538" v="566" actId="26606"/>
          <ac:spMkLst>
            <pc:docMk/>
            <pc:sldMk cId="1130548193" sldId="272"/>
            <ac:spMk id="2" creationId="{DA6F350C-4FB0-974A-200B-4B7F33AE233D}"/>
          </ac:spMkLst>
        </pc:spChg>
        <pc:spChg chg="mod">
          <ac:chgData name="Akul Ameya" userId="d68e3ac4-9fed-4b39-ac4a-d744a7a1a474" providerId="ADAL" clId="{94F9EA0F-1A94-435B-97BD-BEE4FE500028}" dt="2026-04-01T17:12:06.538" v="566" actId="26606"/>
          <ac:spMkLst>
            <pc:docMk/>
            <pc:sldMk cId="1130548193" sldId="272"/>
            <ac:spMk id="3" creationId="{509FB54D-AA26-A335-43BB-626E4E86BEA4}"/>
          </ac:spMkLst>
        </pc:spChg>
        <pc:spChg chg="add">
          <ac:chgData name="Akul Ameya" userId="d68e3ac4-9fed-4b39-ac4a-d744a7a1a474" providerId="ADAL" clId="{94F9EA0F-1A94-435B-97BD-BEE4FE500028}" dt="2026-04-01T17:12:06.538" v="566" actId="26606"/>
          <ac:spMkLst>
            <pc:docMk/>
            <pc:sldMk cId="1130548193" sldId="272"/>
            <ac:spMk id="10" creationId="{D4C74C1C-EF2E-40CF-A712-656E694E6724}"/>
          </ac:spMkLst>
        </pc:spChg>
        <pc:spChg chg="add">
          <ac:chgData name="Akul Ameya" userId="d68e3ac4-9fed-4b39-ac4a-d744a7a1a474" providerId="ADAL" clId="{94F9EA0F-1A94-435B-97BD-BEE4FE500028}" dt="2026-04-01T17:12:06.538" v="566" actId="26606"/>
          <ac:spMkLst>
            <pc:docMk/>
            <pc:sldMk cId="1130548193" sldId="272"/>
            <ac:spMk id="12" creationId="{90464369-70FA-42AF-948F-80664CA7BFE5}"/>
          </ac:spMkLst>
        </pc:spChg>
        <pc:spChg chg="add">
          <ac:chgData name="Akul Ameya" userId="d68e3ac4-9fed-4b39-ac4a-d744a7a1a474" providerId="ADAL" clId="{94F9EA0F-1A94-435B-97BD-BEE4FE500028}" dt="2026-04-01T17:12:06.538" v="566" actId="26606"/>
          <ac:spMkLst>
            <pc:docMk/>
            <pc:sldMk cId="1130548193" sldId="272"/>
            <ac:spMk id="14" creationId="{A648176E-454C-437C-B0FC-9B82FCF32B24}"/>
          </ac:spMkLst>
        </pc:spChg>
        <pc:spChg chg="add">
          <ac:chgData name="Akul Ameya" userId="d68e3ac4-9fed-4b39-ac4a-d744a7a1a474" providerId="ADAL" clId="{94F9EA0F-1A94-435B-97BD-BEE4FE500028}" dt="2026-04-01T17:12:06.538" v="566" actId="26606"/>
          <ac:spMkLst>
            <pc:docMk/>
            <pc:sldMk cId="1130548193" sldId="272"/>
            <ac:spMk id="16" creationId="{A6604B49-AD5C-4590-B051-06C8222ECD99}"/>
          </ac:spMkLst>
        </pc:spChg>
        <pc:spChg chg="add">
          <ac:chgData name="Akul Ameya" userId="d68e3ac4-9fed-4b39-ac4a-d744a7a1a474" providerId="ADAL" clId="{94F9EA0F-1A94-435B-97BD-BEE4FE500028}" dt="2026-04-01T17:12:06.538" v="566" actId="26606"/>
          <ac:spMkLst>
            <pc:docMk/>
            <pc:sldMk cId="1130548193" sldId="272"/>
            <ac:spMk id="18" creationId="{CC552A98-EF7D-4D42-AB69-066B786AB55B}"/>
          </ac:spMkLst>
        </pc:spChg>
        <pc:picChg chg="mod">
          <ac:chgData name="Akul Ameya" userId="d68e3ac4-9fed-4b39-ac4a-d744a7a1a474" providerId="ADAL" clId="{94F9EA0F-1A94-435B-97BD-BEE4FE500028}" dt="2026-04-01T17:12:06.538" v="566" actId="26606"/>
          <ac:picMkLst>
            <pc:docMk/>
            <pc:sldMk cId="1130548193" sldId="272"/>
            <ac:picMk id="5" creationId="{E895FD02-FF59-2564-0E29-D79E90AA0D23}"/>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DC5244-6CC1-479E-B8B7-5F8733E65A7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6E0207C-570F-4E64-96CB-AAD3AE625908}">
      <dgm:prSet/>
      <dgm:spPr/>
      <dgm:t>
        <a:bodyPr/>
        <a:lstStyle/>
        <a:p>
          <a:pPr>
            <a:defRPr cap="all"/>
          </a:pPr>
          <a:r>
            <a:rPr lang="en-US"/>
            <a:t>Low-data → overfitting, poor calibration, unstable features</a:t>
          </a:r>
        </a:p>
      </dgm:t>
    </dgm:pt>
    <dgm:pt modelId="{98D9B789-32C9-44FB-8A89-151A77FA4F1D}" type="parTrans" cxnId="{E49ABB58-41D2-4E29-B28A-E836EA0E62BC}">
      <dgm:prSet/>
      <dgm:spPr/>
      <dgm:t>
        <a:bodyPr/>
        <a:lstStyle/>
        <a:p>
          <a:endParaRPr lang="en-US"/>
        </a:p>
      </dgm:t>
    </dgm:pt>
    <dgm:pt modelId="{BCA81264-1C08-4442-A535-2D872B33DB0A}" type="sibTrans" cxnId="{E49ABB58-41D2-4E29-B28A-E836EA0E62BC}">
      <dgm:prSet/>
      <dgm:spPr/>
      <dgm:t>
        <a:bodyPr/>
        <a:lstStyle/>
        <a:p>
          <a:endParaRPr lang="en-US"/>
        </a:p>
      </dgm:t>
    </dgm:pt>
    <dgm:pt modelId="{B3D6D6C3-474F-4E9B-A684-EA0A64393CD8}">
      <dgm:prSet/>
      <dgm:spPr/>
      <dgm:t>
        <a:bodyPr/>
        <a:lstStyle/>
        <a:p>
          <a:pPr>
            <a:defRPr cap="all"/>
          </a:pPr>
          <a:r>
            <a:rPr lang="en-US"/>
            <a:t>Diffusion models proposed as augmentation source</a:t>
          </a:r>
        </a:p>
      </dgm:t>
    </dgm:pt>
    <dgm:pt modelId="{4895B16E-9C34-427A-8154-8CC61A31C0C2}" type="parTrans" cxnId="{626CDF1F-5B92-430E-8016-9879EFAFB846}">
      <dgm:prSet/>
      <dgm:spPr/>
      <dgm:t>
        <a:bodyPr/>
        <a:lstStyle/>
        <a:p>
          <a:endParaRPr lang="en-US"/>
        </a:p>
      </dgm:t>
    </dgm:pt>
    <dgm:pt modelId="{B9E8BF5D-50EC-4FDD-ABF5-947B793FA4E7}" type="sibTrans" cxnId="{626CDF1F-5B92-430E-8016-9879EFAFB846}">
      <dgm:prSet/>
      <dgm:spPr/>
      <dgm:t>
        <a:bodyPr/>
        <a:lstStyle/>
        <a:p>
          <a:endParaRPr lang="en-US"/>
        </a:p>
      </dgm:t>
    </dgm:pt>
    <dgm:pt modelId="{216EBE92-D789-4B94-AE87-1A657E8D8846}">
      <dgm:prSet/>
      <dgm:spPr/>
      <dgm:t>
        <a:bodyPr/>
        <a:lstStyle/>
        <a:p>
          <a:pPr>
            <a:defRPr cap="all"/>
          </a:pPr>
          <a:r>
            <a:rPr lang="en-US"/>
            <a:t>Prior work: single budget, accuracy-only evaluation</a:t>
          </a:r>
        </a:p>
      </dgm:t>
    </dgm:pt>
    <dgm:pt modelId="{12F58F43-A692-4D3B-99F4-2A2C92B2B23D}" type="parTrans" cxnId="{E683271A-3FDE-45BA-8D7A-DADC04102EE1}">
      <dgm:prSet/>
      <dgm:spPr/>
      <dgm:t>
        <a:bodyPr/>
        <a:lstStyle/>
        <a:p>
          <a:endParaRPr lang="en-US"/>
        </a:p>
      </dgm:t>
    </dgm:pt>
    <dgm:pt modelId="{D24C200D-EA3C-4F0F-85D8-913FE8FEF90F}" type="sibTrans" cxnId="{E683271A-3FDE-45BA-8D7A-DADC04102EE1}">
      <dgm:prSet/>
      <dgm:spPr/>
      <dgm:t>
        <a:bodyPr/>
        <a:lstStyle/>
        <a:p>
          <a:endParaRPr lang="en-US"/>
        </a:p>
      </dgm:t>
    </dgm:pt>
    <dgm:pt modelId="{68B056B9-3B29-4A4C-BC72-939447D91EC4}" type="pres">
      <dgm:prSet presAssocID="{35DC5244-6CC1-479E-B8B7-5F8733E65A71}" presName="root" presStyleCnt="0">
        <dgm:presLayoutVars>
          <dgm:dir/>
          <dgm:resizeHandles val="exact"/>
        </dgm:presLayoutVars>
      </dgm:prSet>
      <dgm:spPr/>
    </dgm:pt>
    <dgm:pt modelId="{40A07860-1FAB-41B4-83A2-C3A96CB213C7}" type="pres">
      <dgm:prSet presAssocID="{C6E0207C-570F-4E64-96CB-AAD3AE625908}" presName="compNode" presStyleCnt="0"/>
      <dgm:spPr/>
    </dgm:pt>
    <dgm:pt modelId="{AA251971-C766-4D5F-81CD-52F1A8A34FC5}" type="pres">
      <dgm:prSet presAssocID="{C6E0207C-570F-4E64-96CB-AAD3AE625908}" presName="iconBgRect" presStyleLbl="bgShp" presStyleIdx="0" presStyleCnt="3"/>
      <dgm:spPr>
        <a:prstGeom prst="round2DiagRect">
          <a:avLst>
            <a:gd name="adj1" fmla="val 29727"/>
            <a:gd name="adj2" fmla="val 0"/>
          </a:avLst>
        </a:prstGeom>
      </dgm:spPr>
    </dgm:pt>
    <dgm:pt modelId="{09AAE1C8-B35F-4E97-B5DD-3EB85B325718}" type="pres">
      <dgm:prSet presAssocID="{C6E0207C-570F-4E64-96CB-AAD3AE62590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sconnected"/>
        </a:ext>
      </dgm:extLst>
    </dgm:pt>
    <dgm:pt modelId="{FE9FD6A3-B4A8-4C90-B3A5-A88C0CC733FB}" type="pres">
      <dgm:prSet presAssocID="{C6E0207C-570F-4E64-96CB-AAD3AE625908}" presName="spaceRect" presStyleCnt="0"/>
      <dgm:spPr/>
    </dgm:pt>
    <dgm:pt modelId="{0FAB3203-3A6F-4AC6-A502-A1CD95E87BA2}" type="pres">
      <dgm:prSet presAssocID="{C6E0207C-570F-4E64-96CB-AAD3AE625908}" presName="textRect" presStyleLbl="revTx" presStyleIdx="0" presStyleCnt="3">
        <dgm:presLayoutVars>
          <dgm:chMax val="1"/>
          <dgm:chPref val="1"/>
        </dgm:presLayoutVars>
      </dgm:prSet>
      <dgm:spPr/>
    </dgm:pt>
    <dgm:pt modelId="{3F1E4C08-954F-4840-B3FF-D74D93723703}" type="pres">
      <dgm:prSet presAssocID="{BCA81264-1C08-4442-A535-2D872B33DB0A}" presName="sibTrans" presStyleCnt="0"/>
      <dgm:spPr/>
    </dgm:pt>
    <dgm:pt modelId="{86A7A0E0-3867-48C7-8738-AA15B81F18AE}" type="pres">
      <dgm:prSet presAssocID="{B3D6D6C3-474F-4E9B-A684-EA0A64393CD8}" presName="compNode" presStyleCnt="0"/>
      <dgm:spPr/>
    </dgm:pt>
    <dgm:pt modelId="{F74E0C3D-378E-4479-A0CF-0AFD854CBF57}" type="pres">
      <dgm:prSet presAssocID="{B3D6D6C3-474F-4E9B-A684-EA0A64393CD8}" presName="iconBgRect" presStyleLbl="bgShp" presStyleIdx="1" presStyleCnt="3"/>
      <dgm:spPr>
        <a:prstGeom prst="round2DiagRect">
          <a:avLst>
            <a:gd name="adj1" fmla="val 29727"/>
            <a:gd name="adj2" fmla="val 0"/>
          </a:avLst>
        </a:prstGeom>
      </dgm:spPr>
    </dgm:pt>
    <dgm:pt modelId="{08C91DF3-A5A9-4F90-9B23-FBBB710A1F77}" type="pres">
      <dgm:prSet presAssocID="{B3D6D6C3-474F-4E9B-A684-EA0A64393CD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4C6F1BA4-A110-4927-B725-40ACF3AB8959}" type="pres">
      <dgm:prSet presAssocID="{B3D6D6C3-474F-4E9B-A684-EA0A64393CD8}" presName="spaceRect" presStyleCnt="0"/>
      <dgm:spPr/>
    </dgm:pt>
    <dgm:pt modelId="{85D6DBDD-77AB-4FD9-BF88-678B20412AE6}" type="pres">
      <dgm:prSet presAssocID="{B3D6D6C3-474F-4E9B-A684-EA0A64393CD8}" presName="textRect" presStyleLbl="revTx" presStyleIdx="1" presStyleCnt="3">
        <dgm:presLayoutVars>
          <dgm:chMax val="1"/>
          <dgm:chPref val="1"/>
        </dgm:presLayoutVars>
      </dgm:prSet>
      <dgm:spPr/>
    </dgm:pt>
    <dgm:pt modelId="{3CF22B40-B720-49A3-B935-2D0E331BA547}" type="pres">
      <dgm:prSet presAssocID="{B9E8BF5D-50EC-4FDD-ABF5-947B793FA4E7}" presName="sibTrans" presStyleCnt="0"/>
      <dgm:spPr/>
    </dgm:pt>
    <dgm:pt modelId="{2FF8F308-6D15-43C3-896B-E15525DD1BE1}" type="pres">
      <dgm:prSet presAssocID="{216EBE92-D789-4B94-AE87-1A657E8D8846}" presName="compNode" presStyleCnt="0"/>
      <dgm:spPr/>
    </dgm:pt>
    <dgm:pt modelId="{07180D3B-6B2F-44E9-A136-0EBFC89E5FB0}" type="pres">
      <dgm:prSet presAssocID="{216EBE92-D789-4B94-AE87-1A657E8D8846}" presName="iconBgRect" presStyleLbl="bgShp" presStyleIdx="2" presStyleCnt="3"/>
      <dgm:spPr>
        <a:prstGeom prst="round2DiagRect">
          <a:avLst>
            <a:gd name="adj1" fmla="val 29727"/>
            <a:gd name="adj2" fmla="val 0"/>
          </a:avLst>
        </a:prstGeom>
      </dgm:spPr>
    </dgm:pt>
    <dgm:pt modelId="{31930050-DE83-42F0-8065-D08557D78894}" type="pres">
      <dgm:prSet presAssocID="{216EBE92-D789-4B94-AE87-1A657E8D884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r"/>
        </a:ext>
      </dgm:extLst>
    </dgm:pt>
    <dgm:pt modelId="{4982EA52-A75F-47C6-AE80-99A2A884CE8A}" type="pres">
      <dgm:prSet presAssocID="{216EBE92-D789-4B94-AE87-1A657E8D8846}" presName="spaceRect" presStyleCnt="0"/>
      <dgm:spPr/>
    </dgm:pt>
    <dgm:pt modelId="{2D1F25DB-0719-4859-B950-5C0C63A1699E}" type="pres">
      <dgm:prSet presAssocID="{216EBE92-D789-4B94-AE87-1A657E8D8846}" presName="textRect" presStyleLbl="revTx" presStyleIdx="2" presStyleCnt="3">
        <dgm:presLayoutVars>
          <dgm:chMax val="1"/>
          <dgm:chPref val="1"/>
        </dgm:presLayoutVars>
      </dgm:prSet>
      <dgm:spPr/>
    </dgm:pt>
  </dgm:ptLst>
  <dgm:cxnLst>
    <dgm:cxn modelId="{E683271A-3FDE-45BA-8D7A-DADC04102EE1}" srcId="{35DC5244-6CC1-479E-B8B7-5F8733E65A71}" destId="{216EBE92-D789-4B94-AE87-1A657E8D8846}" srcOrd="2" destOrd="0" parTransId="{12F58F43-A692-4D3B-99F4-2A2C92B2B23D}" sibTransId="{D24C200D-EA3C-4F0F-85D8-913FE8FEF90F}"/>
    <dgm:cxn modelId="{626CDF1F-5B92-430E-8016-9879EFAFB846}" srcId="{35DC5244-6CC1-479E-B8B7-5F8733E65A71}" destId="{B3D6D6C3-474F-4E9B-A684-EA0A64393CD8}" srcOrd="1" destOrd="0" parTransId="{4895B16E-9C34-427A-8154-8CC61A31C0C2}" sibTransId="{B9E8BF5D-50EC-4FDD-ABF5-947B793FA4E7}"/>
    <dgm:cxn modelId="{E49ABB58-41D2-4E29-B28A-E836EA0E62BC}" srcId="{35DC5244-6CC1-479E-B8B7-5F8733E65A71}" destId="{C6E0207C-570F-4E64-96CB-AAD3AE625908}" srcOrd="0" destOrd="0" parTransId="{98D9B789-32C9-44FB-8A89-151A77FA4F1D}" sibTransId="{BCA81264-1C08-4442-A535-2D872B33DB0A}"/>
    <dgm:cxn modelId="{CD03308D-17C3-489F-B485-800A6BE3EC12}" type="presOf" srcId="{216EBE92-D789-4B94-AE87-1A657E8D8846}" destId="{2D1F25DB-0719-4859-B950-5C0C63A1699E}" srcOrd="0" destOrd="0" presId="urn:microsoft.com/office/officeart/2018/5/layout/IconLeafLabelList"/>
    <dgm:cxn modelId="{8072EDC9-4CA7-4224-9C47-22FD55A35CA1}" type="presOf" srcId="{35DC5244-6CC1-479E-B8B7-5F8733E65A71}" destId="{68B056B9-3B29-4A4C-BC72-939447D91EC4}" srcOrd="0" destOrd="0" presId="urn:microsoft.com/office/officeart/2018/5/layout/IconLeafLabelList"/>
    <dgm:cxn modelId="{C8D358EB-9569-47FC-ADBC-CFFA9F5E63F8}" type="presOf" srcId="{C6E0207C-570F-4E64-96CB-AAD3AE625908}" destId="{0FAB3203-3A6F-4AC6-A502-A1CD95E87BA2}" srcOrd="0" destOrd="0" presId="urn:microsoft.com/office/officeart/2018/5/layout/IconLeafLabelList"/>
    <dgm:cxn modelId="{CA0AAEED-7B12-4E6D-AE34-773E3D7DDF19}" type="presOf" srcId="{B3D6D6C3-474F-4E9B-A684-EA0A64393CD8}" destId="{85D6DBDD-77AB-4FD9-BF88-678B20412AE6}" srcOrd="0" destOrd="0" presId="urn:microsoft.com/office/officeart/2018/5/layout/IconLeafLabelList"/>
    <dgm:cxn modelId="{8E38516E-6714-4DCC-94FE-B33330E516C9}" type="presParOf" srcId="{68B056B9-3B29-4A4C-BC72-939447D91EC4}" destId="{40A07860-1FAB-41B4-83A2-C3A96CB213C7}" srcOrd="0" destOrd="0" presId="urn:microsoft.com/office/officeart/2018/5/layout/IconLeafLabelList"/>
    <dgm:cxn modelId="{B8DD55F4-1E32-4A2A-84A4-A86A5E4DBFBE}" type="presParOf" srcId="{40A07860-1FAB-41B4-83A2-C3A96CB213C7}" destId="{AA251971-C766-4D5F-81CD-52F1A8A34FC5}" srcOrd="0" destOrd="0" presId="urn:microsoft.com/office/officeart/2018/5/layout/IconLeafLabelList"/>
    <dgm:cxn modelId="{B901F02D-D299-4111-8570-786BC5150C7A}" type="presParOf" srcId="{40A07860-1FAB-41B4-83A2-C3A96CB213C7}" destId="{09AAE1C8-B35F-4E97-B5DD-3EB85B325718}" srcOrd="1" destOrd="0" presId="urn:microsoft.com/office/officeart/2018/5/layout/IconLeafLabelList"/>
    <dgm:cxn modelId="{E513F2AB-6817-4ACE-865F-BD0C35A04F2D}" type="presParOf" srcId="{40A07860-1FAB-41B4-83A2-C3A96CB213C7}" destId="{FE9FD6A3-B4A8-4C90-B3A5-A88C0CC733FB}" srcOrd="2" destOrd="0" presId="urn:microsoft.com/office/officeart/2018/5/layout/IconLeafLabelList"/>
    <dgm:cxn modelId="{51FE4165-DB3D-4596-A7F9-7EB28B415064}" type="presParOf" srcId="{40A07860-1FAB-41B4-83A2-C3A96CB213C7}" destId="{0FAB3203-3A6F-4AC6-A502-A1CD95E87BA2}" srcOrd="3" destOrd="0" presId="urn:microsoft.com/office/officeart/2018/5/layout/IconLeafLabelList"/>
    <dgm:cxn modelId="{F3D32918-7C54-4A09-ADC2-33A3DDBEABDB}" type="presParOf" srcId="{68B056B9-3B29-4A4C-BC72-939447D91EC4}" destId="{3F1E4C08-954F-4840-B3FF-D74D93723703}" srcOrd="1" destOrd="0" presId="urn:microsoft.com/office/officeart/2018/5/layout/IconLeafLabelList"/>
    <dgm:cxn modelId="{38239756-0105-4DC9-ADBB-DA5DC2F32992}" type="presParOf" srcId="{68B056B9-3B29-4A4C-BC72-939447D91EC4}" destId="{86A7A0E0-3867-48C7-8738-AA15B81F18AE}" srcOrd="2" destOrd="0" presId="urn:microsoft.com/office/officeart/2018/5/layout/IconLeafLabelList"/>
    <dgm:cxn modelId="{325AE4EE-F0BB-431F-87BE-5A2FF15018DE}" type="presParOf" srcId="{86A7A0E0-3867-48C7-8738-AA15B81F18AE}" destId="{F74E0C3D-378E-4479-A0CF-0AFD854CBF57}" srcOrd="0" destOrd="0" presId="urn:microsoft.com/office/officeart/2018/5/layout/IconLeafLabelList"/>
    <dgm:cxn modelId="{87E90AE0-6666-4FA4-B094-9489552A6EE7}" type="presParOf" srcId="{86A7A0E0-3867-48C7-8738-AA15B81F18AE}" destId="{08C91DF3-A5A9-4F90-9B23-FBBB710A1F77}" srcOrd="1" destOrd="0" presId="urn:microsoft.com/office/officeart/2018/5/layout/IconLeafLabelList"/>
    <dgm:cxn modelId="{E8F8227B-CFAF-4F8A-9217-389E194CB758}" type="presParOf" srcId="{86A7A0E0-3867-48C7-8738-AA15B81F18AE}" destId="{4C6F1BA4-A110-4927-B725-40ACF3AB8959}" srcOrd="2" destOrd="0" presId="urn:microsoft.com/office/officeart/2018/5/layout/IconLeafLabelList"/>
    <dgm:cxn modelId="{AB00B063-C706-4A2F-87D7-C43AFEA7770F}" type="presParOf" srcId="{86A7A0E0-3867-48C7-8738-AA15B81F18AE}" destId="{85D6DBDD-77AB-4FD9-BF88-678B20412AE6}" srcOrd="3" destOrd="0" presId="urn:microsoft.com/office/officeart/2018/5/layout/IconLeafLabelList"/>
    <dgm:cxn modelId="{C6C318AC-0774-4D97-AC12-184D6C05CAB7}" type="presParOf" srcId="{68B056B9-3B29-4A4C-BC72-939447D91EC4}" destId="{3CF22B40-B720-49A3-B935-2D0E331BA547}" srcOrd="3" destOrd="0" presId="urn:microsoft.com/office/officeart/2018/5/layout/IconLeafLabelList"/>
    <dgm:cxn modelId="{00C50BD8-3556-4A6B-9F4A-BF2D865D01DB}" type="presParOf" srcId="{68B056B9-3B29-4A4C-BC72-939447D91EC4}" destId="{2FF8F308-6D15-43C3-896B-E15525DD1BE1}" srcOrd="4" destOrd="0" presId="urn:microsoft.com/office/officeart/2018/5/layout/IconLeafLabelList"/>
    <dgm:cxn modelId="{F4CACD78-D48D-4078-8DED-9C42E9C095C2}" type="presParOf" srcId="{2FF8F308-6D15-43C3-896B-E15525DD1BE1}" destId="{07180D3B-6B2F-44E9-A136-0EBFC89E5FB0}" srcOrd="0" destOrd="0" presId="urn:microsoft.com/office/officeart/2018/5/layout/IconLeafLabelList"/>
    <dgm:cxn modelId="{4F7BD7AC-1EF0-4D36-A35E-2CCDFB227CA2}" type="presParOf" srcId="{2FF8F308-6D15-43C3-896B-E15525DD1BE1}" destId="{31930050-DE83-42F0-8065-D08557D78894}" srcOrd="1" destOrd="0" presId="urn:microsoft.com/office/officeart/2018/5/layout/IconLeafLabelList"/>
    <dgm:cxn modelId="{EE144774-2057-4C3D-A728-EB4D98D90E2B}" type="presParOf" srcId="{2FF8F308-6D15-43C3-896B-E15525DD1BE1}" destId="{4982EA52-A75F-47C6-AE80-99A2A884CE8A}" srcOrd="2" destOrd="0" presId="urn:microsoft.com/office/officeart/2018/5/layout/IconLeafLabelList"/>
    <dgm:cxn modelId="{4D616915-33E2-49DE-BDE3-DB4F45D1D04E}" type="presParOf" srcId="{2FF8F308-6D15-43C3-896B-E15525DD1BE1}" destId="{2D1F25DB-0719-4859-B950-5C0C63A1699E}"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D63B04-7A4A-4AD0-A0F8-512454D3D70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1949E91-A4D3-483B-B95C-55E6A630BAD1}">
      <dgm:prSet/>
      <dgm:spPr/>
      <dgm:t>
        <a:bodyPr/>
        <a:lstStyle/>
        <a:p>
          <a:r>
            <a:rPr lang="en-IN"/>
            <a:t>Tiny ImageNet, 200 classes, 64×64</a:t>
          </a:r>
          <a:endParaRPr lang="en-US"/>
        </a:p>
      </dgm:t>
    </dgm:pt>
    <dgm:pt modelId="{09719460-82D6-4B0D-A351-7569B2EFCEE6}" type="parTrans" cxnId="{BC145825-7A28-4067-AF4C-E9DFF14258EA}">
      <dgm:prSet/>
      <dgm:spPr/>
      <dgm:t>
        <a:bodyPr/>
        <a:lstStyle/>
        <a:p>
          <a:endParaRPr lang="en-US"/>
        </a:p>
      </dgm:t>
    </dgm:pt>
    <dgm:pt modelId="{2EC71EC0-661B-4D94-AE46-430FEF7B84E2}" type="sibTrans" cxnId="{BC145825-7A28-4067-AF4C-E9DFF14258EA}">
      <dgm:prSet/>
      <dgm:spPr/>
      <dgm:t>
        <a:bodyPr/>
        <a:lstStyle/>
        <a:p>
          <a:endParaRPr lang="en-US"/>
        </a:p>
      </dgm:t>
    </dgm:pt>
    <dgm:pt modelId="{D9E6D002-5ACD-46A8-BD42-BF8349C6D074}">
      <dgm:prSet/>
      <dgm:spPr/>
      <dgm:t>
        <a:bodyPr/>
        <a:lstStyle/>
        <a:p>
          <a:r>
            <a:rPr lang="en-IN"/>
            <a:t>5% data regime → 25 images/class</a:t>
          </a:r>
          <a:endParaRPr lang="en-US"/>
        </a:p>
      </dgm:t>
    </dgm:pt>
    <dgm:pt modelId="{57DDF71B-1184-4F21-BFBA-C1495973F70A}" type="parTrans" cxnId="{E7C2CAFF-6E6A-4213-B3BE-3550A9695F21}">
      <dgm:prSet/>
      <dgm:spPr/>
      <dgm:t>
        <a:bodyPr/>
        <a:lstStyle/>
        <a:p>
          <a:endParaRPr lang="en-US"/>
        </a:p>
      </dgm:t>
    </dgm:pt>
    <dgm:pt modelId="{1670370D-BE2F-40BE-8FF6-0C8FE58C9EF3}" type="sibTrans" cxnId="{E7C2CAFF-6E6A-4213-B3BE-3550A9695F21}">
      <dgm:prSet/>
      <dgm:spPr/>
      <dgm:t>
        <a:bodyPr/>
        <a:lstStyle/>
        <a:p>
          <a:endParaRPr lang="en-US"/>
        </a:p>
      </dgm:t>
    </dgm:pt>
    <dgm:pt modelId="{05005B43-C1DA-40C5-8B86-FB83F8E0407A}">
      <dgm:prSet/>
      <dgm:spPr/>
      <dgm:t>
        <a:bodyPr/>
        <a:lstStyle/>
        <a:p>
          <a:r>
            <a:rPr lang="en-IN"/>
            <a:t>Stable Diffusion v1.5, fixed prompts</a:t>
          </a:r>
          <a:endParaRPr lang="en-US"/>
        </a:p>
      </dgm:t>
    </dgm:pt>
    <dgm:pt modelId="{B726419E-1E20-4F18-9D06-947F2137247B}" type="parTrans" cxnId="{8A810CCC-82C8-4EB3-8753-03E1E2457229}">
      <dgm:prSet/>
      <dgm:spPr/>
      <dgm:t>
        <a:bodyPr/>
        <a:lstStyle/>
        <a:p>
          <a:endParaRPr lang="en-US"/>
        </a:p>
      </dgm:t>
    </dgm:pt>
    <dgm:pt modelId="{5A6BD0E2-7561-45F9-BA57-B8E078F590EA}" type="sibTrans" cxnId="{8A810CCC-82C8-4EB3-8753-03E1E2457229}">
      <dgm:prSet/>
      <dgm:spPr/>
      <dgm:t>
        <a:bodyPr/>
        <a:lstStyle/>
        <a:p>
          <a:endParaRPr lang="en-US"/>
        </a:p>
      </dgm:t>
    </dgm:pt>
    <dgm:pt modelId="{5C3F8A6B-8163-4277-9770-8FC0CAC49346}">
      <dgm:prSet/>
      <dgm:spPr/>
      <dgm:t>
        <a:bodyPr/>
        <a:lstStyle/>
        <a:p>
          <a:r>
            <a:rPr lang="en-IN"/>
            <a:t>Pipelines: Baseline | Uniform 5×, 10×, 15× | Adaptive (HC, Unc, PU) | Ceiling</a:t>
          </a:r>
          <a:endParaRPr lang="en-US"/>
        </a:p>
      </dgm:t>
    </dgm:pt>
    <dgm:pt modelId="{B36294A1-E640-4579-8CFE-C01C61959F59}" type="parTrans" cxnId="{4E1639DB-BEEC-432E-9220-B67BF95DDCD4}">
      <dgm:prSet/>
      <dgm:spPr/>
      <dgm:t>
        <a:bodyPr/>
        <a:lstStyle/>
        <a:p>
          <a:endParaRPr lang="en-US"/>
        </a:p>
      </dgm:t>
    </dgm:pt>
    <dgm:pt modelId="{3B774F02-655C-425C-8EE0-49304EA407C8}" type="sibTrans" cxnId="{4E1639DB-BEEC-432E-9220-B67BF95DDCD4}">
      <dgm:prSet/>
      <dgm:spPr/>
      <dgm:t>
        <a:bodyPr/>
        <a:lstStyle/>
        <a:p>
          <a:endParaRPr lang="en-US"/>
        </a:p>
      </dgm:t>
    </dgm:pt>
    <dgm:pt modelId="{AE6A5082-C6F1-44CD-9A26-473C8F379975}">
      <dgm:prSet/>
      <dgm:spPr/>
      <dgm:t>
        <a:bodyPr/>
        <a:lstStyle/>
        <a:p>
          <a:r>
            <a:rPr lang="en-IN"/>
            <a:t>ResNet-18 (primary), MobileNetV3-Small (validation)</a:t>
          </a:r>
          <a:endParaRPr lang="en-US"/>
        </a:p>
      </dgm:t>
    </dgm:pt>
    <dgm:pt modelId="{10D59ABF-210F-425D-952F-1DAD6AFF972D}" type="parTrans" cxnId="{A704347C-4C32-413F-B4A7-CE6609B864AB}">
      <dgm:prSet/>
      <dgm:spPr/>
      <dgm:t>
        <a:bodyPr/>
        <a:lstStyle/>
        <a:p>
          <a:endParaRPr lang="en-US"/>
        </a:p>
      </dgm:t>
    </dgm:pt>
    <dgm:pt modelId="{5C7A019C-23B0-41D0-B18D-DB47B6DEBFE4}" type="sibTrans" cxnId="{A704347C-4C32-413F-B4A7-CE6609B864AB}">
      <dgm:prSet/>
      <dgm:spPr/>
      <dgm:t>
        <a:bodyPr/>
        <a:lstStyle/>
        <a:p>
          <a:endParaRPr lang="en-US"/>
        </a:p>
      </dgm:t>
    </dgm:pt>
    <dgm:pt modelId="{FDE6A90B-D073-4254-BEF0-8F9AC4E7276F}" type="pres">
      <dgm:prSet presAssocID="{97D63B04-7A4A-4AD0-A0F8-512454D3D70B}" presName="vert0" presStyleCnt="0">
        <dgm:presLayoutVars>
          <dgm:dir/>
          <dgm:animOne val="branch"/>
          <dgm:animLvl val="lvl"/>
        </dgm:presLayoutVars>
      </dgm:prSet>
      <dgm:spPr/>
    </dgm:pt>
    <dgm:pt modelId="{FEDAA058-D55B-40E3-B7C1-3C2E20B1F04E}" type="pres">
      <dgm:prSet presAssocID="{B1949E91-A4D3-483B-B95C-55E6A630BAD1}" presName="thickLine" presStyleLbl="alignNode1" presStyleIdx="0" presStyleCnt="5"/>
      <dgm:spPr/>
    </dgm:pt>
    <dgm:pt modelId="{204719B7-573C-4A52-889D-DF0E96FEE4DA}" type="pres">
      <dgm:prSet presAssocID="{B1949E91-A4D3-483B-B95C-55E6A630BAD1}" presName="horz1" presStyleCnt="0"/>
      <dgm:spPr/>
    </dgm:pt>
    <dgm:pt modelId="{3965FBD3-68B9-48A9-BB5A-3D9BCABC1A48}" type="pres">
      <dgm:prSet presAssocID="{B1949E91-A4D3-483B-B95C-55E6A630BAD1}" presName="tx1" presStyleLbl="revTx" presStyleIdx="0" presStyleCnt="5"/>
      <dgm:spPr/>
    </dgm:pt>
    <dgm:pt modelId="{389DFFE8-D72A-485F-84C6-A51E6AA64CCA}" type="pres">
      <dgm:prSet presAssocID="{B1949E91-A4D3-483B-B95C-55E6A630BAD1}" presName="vert1" presStyleCnt="0"/>
      <dgm:spPr/>
    </dgm:pt>
    <dgm:pt modelId="{4A370E37-E044-4BE7-994F-B776DEEE5394}" type="pres">
      <dgm:prSet presAssocID="{D9E6D002-5ACD-46A8-BD42-BF8349C6D074}" presName="thickLine" presStyleLbl="alignNode1" presStyleIdx="1" presStyleCnt="5"/>
      <dgm:spPr/>
    </dgm:pt>
    <dgm:pt modelId="{30D4BC0C-1A6C-4526-8503-C5D0A7C09C65}" type="pres">
      <dgm:prSet presAssocID="{D9E6D002-5ACD-46A8-BD42-BF8349C6D074}" presName="horz1" presStyleCnt="0"/>
      <dgm:spPr/>
    </dgm:pt>
    <dgm:pt modelId="{C6347FFC-92A8-4404-94E3-891623C232EB}" type="pres">
      <dgm:prSet presAssocID="{D9E6D002-5ACD-46A8-BD42-BF8349C6D074}" presName="tx1" presStyleLbl="revTx" presStyleIdx="1" presStyleCnt="5"/>
      <dgm:spPr/>
    </dgm:pt>
    <dgm:pt modelId="{3571F197-B1BF-4A67-A129-DBAB46843819}" type="pres">
      <dgm:prSet presAssocID="{D9E6D002-5ACD-46A8-BD42-BF8349C6D074}" presName="vert1" presStyleCnt="0"/>
      <dgm:spPr/>
    </dgm:pt>
    <dgm:pt modelId="{0D5A037A-2504-49A0-8220-323717C5E68D}" type="pres">
      <dgm:prSet presAssocID="{05005B43-C1DA-40C5-8B86-FB83F8E0407A}" presName="thickLine" presStyleLbl="alignNode1" presStyleIdx="2" presStyleCnt="5"/>
      <dgm:spPr/>
    </dgm:pt>
    <dgm:pt modelId="{2329B311-8C8C-4C28-B109-395CB8F3FBA5}" type="pres">
      <dgm:prSet presAssocID="{05005B43-C1DA-40C5-8B86-FB83F8E0407A}" presName="horz1" presStyleCnt="0"/>
      <dgm:spPr/>
    </dgm:pt>
    <dgm:pt modelId="{22E97D08-9DAF-4213-BFD9-19159171DE26}" type="pres">
      <dgm:prSet presAssocID="{05005B43-C1DA-40C5-8B86-FB83F8E0407A}" presName="tx1" presStyleLbl="revTx" presStyleIdx="2" presStyleCnt="5"/>
      <dgm:spPr/>
    </dgm:pt>
    <dgm:pt modelId="{DAB0624F-AC06-4DE7-9248-6F8FD626CD5D}" type="pres">
      <dgm:prSet presAssocID="{05005B43-C1DA-40C5-8B86-FB83F8E0407A}" presName="vert1" presStyleCnt="0"/>
      <dgm:spPr/>
    </dgm:pt>
    <dgm:pt modelId="{1F6105E2-80DB-4649-9247-034D2E111822}" type="pres">
      <dgm:prSet presAssocID="{5C3F8A6B-8163-4277-9770-8FC0CAC49346}" presName="thickLine" presStyleLbl="alignNode1" presStyleIdx="3" presStyleCnt="5"/>
      <dgm:spPr/>
    </dgm:pt>
    <dgm:pt modelId="{91C9CD51-5679-475A-AE28-795D8BF11CF0}" type="pres">
      <dgm:prSet presAssocID="{5C3F8A6B-8163-4277-9770-8FC0CAC49346}" presName="horz1" presStyleCnt="0"/>
      <dgm:spPr/>
    </dgm:pt>
    <dgm:pt modelId="{F25E5F87-4993-48F7-97E6-3F43077A1BF6}" type="pres">
      <dgm:prSet presAssocID="{5C3F8A6B-8163-4277-9770-8FC0CAC49346}" presName="tx1" presStyleLbl="revTx" presStyleIdx="3" presStyleCnt="5"/>
      <dgm:spPr/>
    </dgm:pt>
    <dgm:pt modelId="{3069C56A-B2B6-4FEA-B666-48772858430F}" type="pres">
      <dgm:prSet presAssocID="{5C3F8A6B-8163-4277-9770-8FC0CAC49346}" presName="vert1" presStyleCnt="0"/>
      <dgm:spPr/>
    </dgm:pt>
    <dgm:pt modelId="{58438915-5414-4057-AEC6-15FCABE5E2AC}" type="pres">
      <dgm:prSet presAssocID="{AE6A5082-C6F1-44CD-9A26-473C8F379975}" presName="thickLine" presStyleLbl="alignNode1" presStyleIdx="4" presStyleCnt="5"/>
      <dgm:spPr/>
    </dgm:pt>
    <dgm:pt modelId="{550CAA87-8D4E-47A6-B20C-E13BBFA6223F}" type="pres">
      <dgm:prSet presAssocID="{AE6A5082-C6F1-44CD-9A26-473C8F379975}" presName="horz1" presStyleCnt="0"/>
      <dgm:spPr/>
    </dgm:pt>
    <dgm:pt modelId="{BD9A0A24-D1C5-4EFC-B2E5-15512CC8174D}" type="pres">
      <dgm:prSet presAssocID="{AE6A5082-C6F1-44CD-9A26-473C8F379975}" presName="tx1" presStyleLbl="revTx" presStyleIdx="4" presStyleCnt="5"/>
      <dgm:spPr/>
    </dgm:pt>
    <dgm:pt modelId="{AA487A14-6AF8-4FBB-A786-F6CC26B6B281}" type="pres">
      <dgm:prSet presAssocID="{AE6A5082-C6F1-44CD-9A26-473C8F379975}" presName="vert1" presStyleCnt="0"/>
      <dgm:spPr/>
    </dgm:pt>
  </dgm:ptLst>
  <dgm:cxnLst>
    <dgm:cxn modelId="{6667FD1E-FA54-44C2-A446-FF89FB20C469}" type="presOf" srcId="{B1949E91-A4D3-483B-B95C-55E6A630BAD1}" destId="{3965FBD3-68B9-48A9-BB5A-3D9BCABC1A48}" srcOrd="0" destOrd="0" presId="urn:microsoft.com/office/officeart/2008/layout/LinedList"/>
    <dgm:cxn modelId="{BC145825-7A28-4067-AF4C-E9DFF14258EA}" srcId="{97D63B04-7A4A-4AD0-A0F8-512454D3D70B}" destId="{B1949E91-A4D3-483B-B95C-55E6A630BAD1}" srcOrd="0" destOrd="0" parTransId="{09719460-82D6-4B0D-A351-7569B2EFCEE6}" sibTransId="{2EC71EC0-661B-4D94-AE46-430FEF7B84E2}"/>
    <dgm:cxn modelId="{DDFA4A5F-29E6-46B3-9391-A6D36222BEBD}" type="presOf" srcId="{05005B43-C1DA-40C5-8B86-FB83F8E0407A}" destId="{22E97D08-9DAF-4213-BFD9-19159171DE26}" srcOrd="0" destOrd="0" presId="urn:microsoft.com/office/officeart/2008/layout/LinedList"/>
    <dgm:cxn modelId="{A704347C-4C32-413F-B4A7-CE6609B864AB}" srcId="{97D63B04-7A4A-4AD0-A0F8-512454D3D70B}" destId="{AE6A5082-C6F1-44CD-9A26-473C8F379975}" srcOrd="4" destOrd="0" parTransId="{10D59ABF-210F-425D-952F-1DAD6AFF972D}" sibTransId="{5C7A019C-23B0-41D0-B18D-DB47B6DEBFE4}"/>
    <dgm:cxn modelId="{5361D984-F696-441F-B91C-FEFF16E8D2C1}" type="presOf" srcId="{AE6A5082-C6F1-44CD-9A26-473C8F379975}" destId="{BD9A0A24-D1C5-4EFC-B2E5-15512CC8174D}" srcOrd="0" destOrd="0" presId="urn:microsoft.com/office/officeart/2008/layout/LinedList"/>
    <dgm:cxn modelId="{CA4E2FA4-D608-4BC1-B1AF-8562E4119407}" type="presOf" srcId="{97D63B04-7A4A-4AD0-A0F8-512454D3D70B}" destId="{FDE6A90B-D073-4254-BEF0-8F9AC4E7276F}" srcOrd="0" destOrd="0" presId="urn:microsoft.com/office/officeart/2008/layout/LinedList"/>
    <dgm:cxn modelId="{7FE8F5C1-B1BB-4A34-85A9-981C55BA5BA4}" type="presOf" srcId="{D9E6D002-5ACD-46A8-BD42-BF8349C6D074}" destId="{C6347FFC-92A8-4404-94E3-891623C232EB}" srcOrd="0" destOrd="0" presId="urn:microsoft.com/office/officeart/2008/layout/LinedList"/>
    <dgm:cxn modelId="{8A810CCC-82C8-4EB3-8753-03E1E2457229}" srcId="{97D63B04-7A4A-4AD0-A0F8-512454D3D70B}" destId="{05005B43-C1DA-40C5-8B86-FB83F8E0407A}" srcOrd="2" destOrd="0" parTransId="{B726419E-1E20-4F18-9D06-947F2137247B}" sibTransId="{5A6BD0E2-7561-45F9-BA57-B8E078F590EA}"/>
    <dgm:cxn modelId="{0928E7D3-80E5-4116-BDB5-809076C815D0}" type="presOf" srcId="{5C3F8A6B-8163-4277-9770-8FC0CAC49346}" destId="{F25E5F87-4993-48F7-97E6-3F43077A1BF6}" srcOrd="0" destOrd="0" presId="urn:microsoft.com/office/officeart/2008/layout/LinedList"/>
    <dgm:cxn modelId="{4E1639DB-BEEC-432E-9220-B67BF95DDCD4}" srcId="{97D63B04-7A4A-4AD0-A0F8-512454D3D70B}" destId="{5C3F8A6B-8163-4277-9770-8FC0CAC49346}" srcOrd="3" destOrd="0" parTransId="{B36294A1-E640-4579-8CFE-C01C61959F59}" sibTransId="{3B774F02-655C-425C-8EE0-49304EA407C8}"/>
    <dgm:cxn modelId="{E7C2CAFF-6E6A-4213-B3BE-3550A9695F21}" srcId="{97D63B04-7A4A-4AD0-A0F8-512454D3D70B}" destId="{D9E6D002-5ACD-46A8-BD42-BF8349C6D074}" srcOrd="1" destOrd="0" parTransId="{57DDF71B-1184-4F21-BFBA-C1495973F70A}" sibTransId="{1670370D-BE2F-40BE-8FF6-0C8FE58C9EF3}"/>
    <dgm:cxn modelId="{D8DFF811-F7F2-4628-8FDC-9A24DF72321D}" type="presParOf" srcId="{FDE6A90B-D073-4254-BEF0-8F9AC4E7276F}" destId="{FEDAA058-D55B-40E3-B7C1-3C2E20B1F04E}" srcOrd="0" destOrd="0" presId="urn:microsoft.com/office/officeart/2008/layout/LinedList"/>
    <dgm:cxn modelId="{D203A75C-82D1-472D-971A-F924C1069E7C}" type="presParOf" srcId="{FDE6A90B-D073-4254-BEF0-8F9AC4E7276F}" destId="{204719B7-573C-4A52-889D-DF0E96FEE4DA}" srcOrd="1" destOrd="0" presId="urn:microsoft.com/office/officeart/2008/layout/LinedList"/>
    <dgm:cxn modelId="{F6FE4A24-906C-48AD-9B11-78989DD2F49A}" type="presParOf" srcId="{204719B7-573C-4A52-889D-DF0E96FEE4DA}" destId="{3965FBD3-68B9-48A9-BB5A-3D9BCABC1A48}" srcOrd="0" destOrd="0" presId="urn:microsoft.com/office/officeart/2008/layout/LinedList"/>
    <dgm:cxn modelId="{81677861-4139-4C2D-B82C-3D56735EECA0}" type="presParOf" srcId="{204719B7-573C-4A52-889D-DF0E96FEE4DA}" destId="{389DFFE8-D72A-485F-84C6-A51E6AA64CCA}" srcOrd="1" destOrd="0" presId="urn:microsoft.com/office/officeart/2008/layout/LinedList"/>
    <dgm:cxn modelId="{51D496D8-0E24-4E1D-AC7C-4EFBC3F51FF8}" type="presParOf" srcId="{FDE6A90B-D073-4254-BEF0-8F9AC4E7276F}" destId="{4A370E37-E044-4BE7-994F-B776DEEE5394}" srcOrd="2" destOrd="0" presId="urn:microsoft.com/office/officeart/2008/layout/LinedList"/>
    <dgm:cxn modelId="{79B31A0B-75F8-414C-B6B6-D1B93AAB4B4B}" type="presParOf" srcId="{FDE6A90B-D073-4254-BEF0-8F9AC4E7276F}" destId="{30D4BC0C-1A6C-4526-8503-C5D0A7C09C65}" srcOrd="3" destOrd="0" presId="urn:microsoft.com/office/officeart/2008/layout/LinedList"/>
    <dgm:cxn modelId="{92DF8011-1A5E-44E6-A02E-5B746057B2FF}" type="presParOf" srcId="{30D4BC0C-1A6C-4526-8503-C5D0A7C09C65}" destId="{C6347FFC-92A8-4404-94E3-891623C232EB}" srcOrd="0" destOrd="0" presId="urn:microsoft.com/office/officeart/2008/layout/LinedList"/>
    <dgm:cxn modelId="{8756699B-3E72-4A40-9C0B-3EF55671E747}" type="presParOf" srcId="{30D4BC0C-1A6C-4526-8503-C5D0A7C09C65}" destId="{3571F197-B1BF-4A67-A129-DBAB46843819}" srcOrd="1" destOrd="0" presId="urn:microsoft.com/office/officeart/2008/layout/LinedList"/>
    <dgm:cxn modelId="{3F4DD29A-9004-4F7F-BB53-E181D6B4B434}" type="presParOf" srcId="{FDE6A90B-D073-4254-BEF0-8F9AC4E7276F}" destId="{0D5A037A-2504-49A0-8220-323717C5E68D}" srcOrd="4" destOrd="0" presId="urn:microsoft.com/office/officeart/2008/layout/LinedList"/>
    <dgm:cxn modelId="{B29E67BE-E240-4F30-93BC-DBF0D1541704}" type="presParOf" srcId="{FDE6A90B-D073-4254-BEF0-8F9AC4E7276F}" destId="{2329B311-8C8C-4C28-B109-395CB8F3FBA5}" srcOrd="5" destOrd="0" presId="urn:microsoft.com/office/officeart/2008/layout/LinedList"/>
    <dgm:cxn modelId="{65677C10-46F3-4DDC-A48E-B95A03277882}" type="presParOf" srcId="{2329B311-8C8C-4C28-B109-395CB8F3FBA5}" destId="{22E97D08-9DAF-4213-BFD9-19159171DE26}" srcOrd="0" destOrd="0" presId="urn:microsoft.com/office/officeart/2008/layout/LinedList"/>
    <dgm:cxn modelId="{F9A18322-522D-4474-8CA3-BBE724CB69E4}" type="presParOf" srcId="{2329B311-8C8C-4C28-B109-395CB8F3FBA5}" destId="{DAB0624F-AC06-4DE7-9248-6F8FD626CD5D}" srcOrd="1" destOrd="0" presId="urn:microsoft.com/office/officeart/2008/layout/LinedList"/>
    <dgm:cxn modelId="{E62FD89E-0F1D-4388-9A99-687488F4DA9A}" type="presParOf" srcId="{FDE6A90B-D073-4254-BEF0-8F9AC4E7276F}" destId="{1F6105E2-80DB-4649-9247-034D2E111822}" srcOrd="6" destOrd="0" presId="urn:microsoft.com/office/officeart/2008/layout/LinedList"/>
    <dgm:cxn modelId="{E9203719-9606-4FEE-9C9C-8DD567FE0542}" type="presParOf" srcId="{FDE6A90B-D073-4254-BEF0-8F9AC4E7276F}" destId="{91C9CD51-5679-475A-AE28-795D8BF11CF0}" srcOrd="7" destOrd="0" presId="urn:microsoft.com/office/officeart/2008/layout/LinedList"/>
    <dgm:cxn modelId="{2F9AA6B8-AA24-44CC-A2BA-D013ABF6489E}" type="presParOf" srcId="{91C9CD51-5679-475A-AE28-795D8BF11CF0}" destId="{F25E5F87-4993-48F7-97E6-3F43077A1BF6}" srcOrd="0" destOrd="0" presId="urn:microsoft.com/office/officeart/2008/layout/LinedList"/>
    <dgm:cxn modelId="{4AA0B3E7-D807-4403-8D55-A2091B149035}" type="presParOf" srcId="{91C9CD51-5679-475A-AE28-795D8BF11CF0}" destId="{3069C56A-B2B6-4FEA-B666-48772858430F}" srcOrd="1" destOrd="0" presId="urn:microsoft.com/office/officeart/2008/layout/LinedList"/>
    <dgm:cxn modelId="{70885D62-FE4F-4AAF-A979-E81CC9774628}" type="presParOf" srcId="{FDE6A90B-D073-4254-BEF0-8F9AC4E7276F}" destId="{58438915-5414-4057-AEC6-15FCABE5E2AC}" srcOrd="8" destOrd="0" presId="urn:microsoft.com/office/officeart/2008/layout/LinedList"/>
    <dgm:cxn modelId="{E37E6335-BB65-4C01-97DC-D3FD208E72FD}" type="presParOf" srcId="{FDE6A90B-D073-4254-BEF0-8F9AC4E7276F}" destId="{550CAA87-8D4E-47A6-B20C-E13BBFA6223F}" srcOrd="9" destOrd="0" presId="urn:microsoft.com/office/officeart/2008/layout/LinedList"/>
    <dgm:cxn modelId="{E9783A5D-962B-4340-8372-7DB33336D5F8}" type="presParOf" srcId="{550CAA87-8D4E-47A6-B20C-E13BBFA6223F}" destId="{BD9A0A24-D1C5-4EFC-B2E5-15512CC8174D}" srcOrd="0" destOrd="0" presId="urn:microsoft.com/office/officeart/2008/layout/LinedList"/>
    <dgm:cxn modelId="{C9917A03-25DE-4764-87F5-9CA6B7987DCC}" type="presParOf" srcId="{550CAA87-8D4E-47A6-B20C-E13BBFA6223F}" destId="{AA487A14-6AF8-4FBB-A786-F6CC26B6B28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2077D2-0B58-4963-8FF2-35ABA5575078}"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4E5D8E2-BD03-494C-AC62-960890C0502E}">
      <dgm:prSet/>
      <dgm:spPr/>
      <dgm:t>
        <a:bodyPr/>
        <a:lstStyle/>
        <a:p>
          <a:r>
            <a:rPr lang="en-US"/>
            <a:t>FID: 5× = 140.05, 10× = 139.61, 15× = 139.48</a:t>
          </a:r>
        </a:p>
      </dgm:t>
    </dgm:pt>
    <dgm:pt modelId="{9CB085E0-A076-41F3-81D7-AEBBC4ADDCA1}" type="parTrans" cxnId="{AB556AF3-C429-4BDB-A119-F69349205D79}">
      <dgm:prSet/>
      <dgm:spPr/>
      <dgm:t>
        <a:bodyPr/>
        <a:lstStyle/>
        <a:p>
          <a:endParaRPr lang="en-US"/>
        </a:p>
      </dgm:t>
    </dgm:pt>
    <dgm:pt modelId="{46681EA3-AF33-4061-AFDA-B329319FD732}" type="sibTrans" cxnId="{AB556AF3-C429-4BDB-A119-F69349205D79}">
      <dgm:prSet/>
      <dgm:spPr/>
      <dgm:t>
        <a:bodyPr/>
        <a:lstStyle/>
        <a:p>
          <a:endParaRPr lang="en-US"/>
        </a:p>
      </dgm:t>
    </dgm:pt>
    <dgm:pt modelId="{401AB202-635D-4069-A3CC-01011C812AC8}">
      <dgm:prSet/>
      <dgm:spPr/>
      <dgm:t>
        <a:bodyPr/>
        <a:lstStyle/>
        <a:p>
          <a:r>
            <a:rPr lang="en-US"/>
            <a:t>Near-constant → same generative manifold</a:t>
          </a:r>
        </a:p>
      </dgm:t>
    </dgm:pt>
    <dgm:pt modelId="{7F0CEA39-F2EF-46BB-B3E8-BFD0C62BF087}" type="parTrans" cxnId="{F2CC13CF-6D8F-494B-ADEA-1A733DB20B37}">
      <dgm:prSet/>
      <dgm:spPr/>
      <dgm:t>
        <a:bodyPr/>
        <a:lstStyle/>
        <a:p>
          <a:endParaRPr lang="en-US"/>
        </a:p>
      </dgm:t>
    </dgm:pt>
    <dgm:pt modelId="{78200069-6424-4297-809F-AC0F91F56E27}" type="sibTrans" cxnId="{F2CC13CF-6D8F-494B-ADEA-1A733DB20B37}">
      <dgm:prSet/>
      <dgm:spPr/>
      <dgm:t>
        <a:bodyPr/>
        <a:lstStyle/>
        <a:p>
          <a:endParaRPr lang="en-US"/>
        </a:p>
      </dgm:t>
    </dgm:pt>
    <dgm:pt modelId="{200B99AF-7871-4114-9421-71019BA33BC4}">
      <dgm:prSet/>
      <dgm:spPr/>
      <dgm:t>
        <a:bodyPr/>
        <a:lstStyle/>
        <a:p>
          <a:r>
            <a:rPr lang="en-US"/>
            <a:t>More volume ≠ more diversity</a:t>
          </a:r>
        </a:p>
      </dgm:t>
    </dgm:pt>
    <dgm:pt modelId="{CB640132-37BF-426D-82C3-EF63F6FB9561}" type="parTrans" cxnId="{54F55F04-ACC1-4E1E-9BA2-3F686C946AF7}">
      <dgm:prSet/>
      <dgm:spPr/>
      <dgm:t>
        <a:bodyPr/>
        <a:lstStyle/>
        <a:p>
          <a:endParaRPr lang="en-US"/>
        </a:p>
      </dgm:t>
    </dgm:pt>
    <dgm:pt modelId="{A4D13ED4-AB1C-4D77-8E8F-0FB11FBEF33E}" type="sibTrans" cxnId="{54F55F04-ACC1-4E1E-9BA2-3F686C946AF7}">
      <dgm:prSet/>
      <dgm:spPr/>
      <dgm:t>
        <a:bodyPr/>
        <a:lstStyle/>
        <a:p>
          <a:endParaRPr lang="en-US"/>
        </a:p>
      </dgm:t>
    </dgm:pt>
    <dgm:pt modelId="{65645677-DCA5-4B29-9637-80237CBD2BFA}" type="pres">
      <dgm:prSet presAssocID="{442077D2-0B58-4963-8FF2-35ABA5575078}" presName="hierChild1" presStyleCnt="0">
        <dgm:presLayoutVars>
          <dgm:chPref val="1"/>
          <dgm:dir/>
          <dgm:animOne val="branch"/>
          <dgm:animLvl val="lvl"/>
          <dgm:resizeHandles/>
        </dgm:presLayoutVars>
      </dgm:prSet>
      <dgm:spPr/>
    </dgm:pt>
    <dgm:pt modelId="{0C5D0B99-FC30-4FB8-9B25-5B4CE3BCA0B9}" type="pres">
      <dgm:prSet presAssocID="{F4E5D8E2-BD03-494C-AC62-960890C0502E}" presName="hierRoot1" presStyleCnt="0"/>
      <dgm:spPr/>
    </dgm:pt>
    <dgm:pt modelId="{37059347-42B2-4421-8B0E-206E5D45F87F}" type="pres">
      <dgm:prSet presAssocID="{F4E5D8E2-BD03-494C-AC62-960890C0502E}" presName="composite" presStyleCnt="0"/>
      <dgm:spPr/>
    </dgm:pt>
    <dgm:pt modelId="{4EB33747-19CF-4F05-82CA-7D1106799A2D}" type="pres">
      <dgm:prSet presAssocID="{F4E5D8E2-BD03-494C-AC62-960890C0502E}" presName="background" presStyleLbl="node0" presStyleIdx="0" presStyleCnt="3"/>
      <dgm:spPr/>
    </dgm:pt>
    <dgm:pt modelId="{BCC60651-B5BA-49D8-8A8A-149087A1A8BC}" type="pres">
      <dgm:prSet presAssocID="{F4E5D8E2-BD03-494C-AC62-960890C0502E}" presName="text" presStyleLbl="fgAcc0" presStyleIdx="0" presStyleCnt="3">
        <dgm:presLayoutVars>
          <dgm:chPref val="3"/>
        </dgm:presLayoutVars>
      </dgm:prSet>
      <dgm:spPr/>
    </dgm:pt>
    <dgm:pt modelId="{C160DE5B-8669-4EAD-A288-96D97C0CCB4A}" type="pres">
      <dgm:prSet presAssocID="{F4E5D8E2-BD03-494C-AC62-960890C0502E}" presName="hierChild2" presStyleCnt="0"/>
      <dgm:spPr/>
    </dgm:pt>
    <dgm:pt modelId="{50068DC7-A401-4B48-9F9F-E64CBD7AC42B}" type="pres">
      <dgm:prSet presAssocID="{401AB202-635D-4069-A3CC-01011C812AC8}" presName="hierRoot1" presStyleCnt="0"/>
      <dgm:spPr/>
    </dgm:pt>
    <dgm:pt modelId="{79E247F7-482F-4D79-8070-CFE93639D83B}" type="pres">
      <dgm:prSet presAssocID="{401AB202-635D-4069-A3CC-01011C812AC8}" presName="composite" presStyleCnt="0"/>
      <dgm:spPr/>
    </dgm:pt>
    <dgm:pt modelId="{ACC1787A-A29B-43DB-9480-B1D2DBF202E5}" type="pres">
      <dgm:prSet presAssocID="{401AB202-635D-4069-A3CC-01011C812AC8}" presName="background" presStyleLbl="node0" presStyleIdx="1" presStyleCnt="3"/>
      <dgm:spPr/>
    </dgm:pt>
    <dgm:pt modelId="{4D03CC02-DAB6-4690-8572-46AFA1652AF5}" type="pres">
      <dgm:prSet presAssocID="{401AB202-635D-4069-A3CC-01011C812AC8}" presName="text" presStyleLbl="fgAcc0" presStyleIdx="1" presStyleCnt="3">
        <dgm:presLayoutVars>
          <dgm:chPref val="3"/>
        </dgm:presLayoutVars>
      </dgm:prSet>
      <dgm:spPr/>
    </dgm:pt>
    <dgm:pt modelId="{AF299A80-6D01-48AF-9A76-E1A13FFD9B69}" type="pres">
      <dgm:prSet presAssocID="{401AB202-635D-4069-A3CC-01011C812AC8}" presName="hierChild2" presStyleCnt="0"/>
      <dgm:spPr/>
    </dgm:pt>
    <dgm:pt modelId="{9298D060-62DE-4053-804C-01A13BF4009F}" type="pres">
      <dgm:prSet presAssocID="{200B99AF-7871-4114-9421-71019BA33BC4}" presName="hierRoot1" presStyleCnt="0"/>
      <dgm:spPr/>
    </dgm:pt>
    <dgm:pt modelId="{01D4B13D-B323-49AB-B756-9DD82BD71A96}" type="pres">
      <dgm:prSet presAssocID="{200B99AF-7871-4114-9421-71019BA33BC4}" presName="composite" presStyleCnt="0"/>
      <dgm:spPr/>
    </dgm:pt>
    <dgm:pt modelId="{3EA3FD28-7CE0-429F-AE52-599D50A666F2}" type="pres">
      <dgm:prSet presAssocID="{200B99AF-7871-4114-9421-71019BA33BC4}" presName="background" presStyleLbl="node0" presStyleIdx="2" presStyleCnt="3"/>
      <dgm:spPr/>
    </dgm:pt>
    <dgm:pt modelId="{117C54B0-C8E8-4581-88F7-21C6EFA13AB1}" type="pres">
      <dgm:prSet presAssocID="{200B99AF-7871-4114-9421-71019BA33BC4}" presName="text" presStyleLbl="fgAcc0" presStyleIdx="2" presStyleCnt="3">
        <dgm:presLayoutVars>
          <dgm:chPref val="3"/>
        </dgm:presLayoutVars>
      </dgm:prSet>
      <dgm:spPr/>
    </dgm:pt>
    <dgm:pt modelId="{D781546F-0A1E-48EF-838C-248D5F2B5013}" type="pres">
      <dgm:prSet presAssocID="{200B99AF-7871-4114-9421-71019BA33BC4}" presName="hierChild2" presStyleCnt="0"/>
      <dgm:spPr/>
    </dgm:pt>
  </dgm:ptLst>
  <dgm:cxnLst>
    <dgm:cxn modelId="{54F55F04-ACC1-4E1E-9BA2-3F686C946AF7}" srcId="{442077D2-0B58-4963-8FF2-35ABA5575078}" destId="{200B99AF-7871-4114-9421-71019BA33BC4}" srcOrd="2" destOrd="0" parTransId="{CB640132-37BF-426D-82C3-EF63F6FB9561}" sibTransId="{A4D13ED4-AB1C-4D77-8E8F-0FB11FBEF33E}"/>
    <dgm:cxn modelId="{DB93C85C-4554-4ED6-992B-B49197846AC6}" type="presOf" srcId="{401AB202-635D-4069-A3CC-01011C812AC8}" destId="{4D03CC02-DAB6-4690-8572-46AFA1652AF5}" srcOrd="0" destOrd="0" presId="urn:microsoft.com/office/officeart/2005/8/layout/hierarchy1"/>
    <dgm:cxn modelId="{31E80982-F2C3-44DD-A203-88DF2A81E712}" type="presOf" srcId="{442077D2-0B58-4963-8FF2-35ABA5575078}" destId="{65645677-DCA5-4B29-9637-80237CBD2BFA}" srcOrd="0" destOrd="0" presId="urn:microsoft.com/office/officeart/2005/8/layout/hierarchy1"/>
    <dgm:cxn modelId="{D8D26FCD-15D8-4428-B5D3-8F5E57B21713}" type="presOf" srcId="{F4E5D8E2-BD03-494C-AC62-960890C0502E}" destId="{BCC60651-B5BA-49D8-8A8A-149087A1A8BC}" srcOrd="0" destOrd="0" presId="urn:microsoft.com/office/officeart/2005/8/layout/hierarchy1"/>
    <dgm:cxn modelId="{F2CC13CF-6D8F-494B-ADEA-1A733DB20B37}" srcId="{442077D2-0B58-4963-8FF2-35ABA5575078}" destId="{401AB202-635D-4069-A3CC-01011C812AC8}" srcOrd="1" destOrd="0" parTransId="{7F0CEA39-F2EF-46BB-B3E8-BFD0C62BF087}" sibTransId="{78200069-6424-4297-809F-AC0F91F56E27}"/>
    <dgm:cxn modelId="{7C1E39D3-F946-499B-BB9D-29EBE54E7CED}" type="presOf" srcId="{200B99AF-7871-4114-9421-71019BA33BC4}" destId="{117C54B0-C8E8-4581-88F7-21C6EFA13AB1}" srcOrd="0" destOrd="0" presId="urn:microsoft.com/office/officeart/2005/8/layout/hierarchy1"/>
    <dgm:cxn modelId="{AB556AF3-C429-4BDB-A119-F69349205D79}" srcId="{442077D2-0B58-4963-8FF2-35ABA5575078}" destId="{F4E5D8E2-BD03-494C-AC62-960890C0502E}" srcOrd="0" destOrd="0" parTransId="{9CB085E0-A076-41F3-81D7-AEBBC4ADDCA1}" sibTransId="{46681EA3-AF33-4061-AFDA-B329319FD732}"/>
    <dgm:cxn modelId="{E8CDA366-2541-40B4-9DD3-37630520E94E}" type="presParOf" srcId="{65645677-DCA5-4B29-9637-80237CBD2BFA}" destId="{0C5D0B99-FC30-4FB8-9B25-5B4CE3BCA0B9}" srcOrd="0" destOrd="0" presId="urn:microsoft.com/office/officeart/2005/8/layout/hierarchy1"/>
    <dgm:cxn modelId="{1C5CC90F-A786-4700-A7A4-6EE46B0E9D1A}" type="presParOf" srcId="{0C5D0B99-FC30-4FB8-9B25-5B4CE3BCA0B9}" destId="{37059347-42B2-4421-8B0E-206E5D45F87F}" srcOrd="0" destOrd="0" presId="urn:microsoft.com/office/officeart/2005/8/layout/hierarchy1"/>
    <dgm:cxn modelId="{99720A2E-0DFE-4E44-8C02-2FED97287354}" type="presParOf" srcId="{37059347-42B2-4421-8B0E-206E5D45F87F}" destId="{4EB33747-19CF-4F05-82CA-7D1106799A2D}" srcOrd="0" destOrd="0" presId="urn:microsoft.com/office/officeart/2005/8/layout/hierarchy1"/>
    <dgm:cxn modelId="{0EC53E0D-A778-4600-B877-BAA377F070C9}" type="presParOf" srcId="{37059347-42B2-4421-8B0E-206E5D45F87F}" destId="{BCC60651-B5BA-49D8-8A8A-149087A1A8BC}" srcOrd="1" destOrd="0" presId="urn:microsoft.com/office/officeart/2005/8/layout/hierarchy1"/>
    <dgm:cxn modelId="{F8452CB4-FDF3-4DE0-ABAD-A915F2FB531C}" type="presParOf" srcId="{0C5D0B99-FC30-4FB8-9B25-5B4CE3BCA0B9}" destId="{C160DE5B-8669-4EAD-A288-96D97C0CCB4A}" srcOrd="1" destOrd="0" presId="urn:microsoft.com/office/officeart/2005/8/layout/hierarchy1"/>
    <dgm:cxn modelId="{10919A31-051F-4DDF-B06D-DE45E2FE20B6}" type="presParOf" srcId="{65645677-DCA5-4B29-9637-80237CBD2BFA}" destId="{50068DC7-A401-4B48-9F9F-E64CBD7AC42B}" srcOrd="1" destOrd="0" presId="urn:microsoft.com/office/officeart/2005/8/layout/hierarchy1"/>
    <dgm:cxn modelId="{DC22D198-4D78-4567-B463-6230C8331B96}" type="presParOf" srcId="{50068DC7-A401-4B48-9F9F-E64CBD7AC42B}" destId="{79E247F7-482F-4D79-8070-CFE93639D83B}" srcOrd="0" destOrd="0" presId="urn:microsoft.com/office/officeart/2005/8/layout/hierarchy1"/>
    <dgm:cxn modelId="{3919F991-D064-40AF-880A-FF467CF03867}" type="presParOf" srcId="{79E247F7-482F-4D79-8070-CFE93639D83B}" destId="{ACC1787A-A29B-43DB-9480-B1D2DBF202E5}" srcOrd="0" destOrd="0" presId="urn:microsoft.com/office/officeart/2005/8/layout/hierarchy1"/>
    <dgm:cxn modelId="{22CDECD1-8B32-4173-8626-94C51F2CF4B5}" type="presParOf" srcId="{79E247F7-482F-4D79-8070-CFE93639D83B}" destId="{4D03CC02-DAB6-4690-8572-46AFA1652AF5}" srcOrd="1" destOrd="0" presId="urn:microsoft.com/office/officeart/2005/8/layout/hierarchy1"/>
    <dgm:cxn modelId="{C2539F7C-C823-4A98-8322-3FB051BC79BB}" type="presParOf" srcId="{50068DC7-A401-4B48-9F9F-E64CBD7AC42B}" destId="{AF299A80-6D01-48AF-9A76-E1A13FFD9B69}" srcOrd="1" destOrd="0" presId="urn:microsoft.com/office/officeart/2005/8/layout/hierarchy1"/>
    <dgm:cxn modelId="{F700FF21-6B03-4B45-B387-0629A2D55A53}" type="presParOf" srcId="{65645677-DCA5-4B29-9637-80237CBD2BFA}" destId="{9298D060-62DE-4053-804C-01A13BF4009F}" srcOrd="2" destOrd="0" presId="urn:microsoft.com/office/officeart/2005/8/layout/hierarchy1"/>
    <dgm:cxn modelId="{643574AE-2477-44E4-85B0-DFA390DC1118}" type="presParOf" srcId="{9298D060-62DE-4053-804C-01A13BF4009F}" destId="{01D4B13D-B323-49AB-B756-9DD82BD71A96}" srcOrd="0" destOrd="0" presId="urn:microsoft.com/office/officeart/2005/8/layout/hierarchy1"/>
    <dgm:cxn modelId="{AAC49094-D9A9-48B7-863C-3D4805CCD6FF}" type="presParOf" srcId="{01D4B13D-B323-49AB-B756-9DD82BD71A96}" destId="{3EA3FD28-7CE0-429F-AE52-599D50A666F2}" srcOrd="0" destOrd="0" presId="urn:microsoft.com/office/officeart/2005/8/layout/hierarchy1"/>
    <dgm:cxn modelId="{1A8E1087-CB4F-46DF-9771-95519BD2EC82}" type="presParOf" srcId="{01D4B13D-B323-49AB-B756-9DD82BD71A96}" destId="{117C54B0-C8E8-4581-88F7-21C6EFA13AB1}" srcOrd="1" destOrd="0" presId="urn:microsoft.com/office/officeart/2005/8/layout/hierarchy1"/>
    <dgm:cxn modelId="{02186934-F4DE-4A53-B9E9-796E08B2171C}" type="presParOf" srcId="{9298D060-62DE-4053-804C-01A13BF4009F}" destId="{D781546F-0A1E-48EF-838C-248D5F2B501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1723-78A3-4EE0-9452-BB375E8724F8}"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F7D09E7-443B-408C-AEA8-8F5C5C31CD56}">
      <dgm:prSet/>
      <dgm:spPr/>
      <dgm:t>
        <a:bodyPr/>
        <a:lstStyle/>
        <a:p>
          <a:r>
            <a:rPr lang="en-IN"/>
            <a:t>Dose–response framework formalizes synthetic data utility</a:t>
          </a:r>
          <a:endParaRPr lang="en-US"/>
        </a:p>
      </dgm:t>
    </dgm:pt>
    <dgm:pt modelId="{9E12762B-46C0-4ABD-AA94-67ECB4C6AB41}" type="parTrans" cxnId="{697B6E58-573F-44F6-BB31-BF5F6E37EE16}">
      <dgm:prSet/>
      <dgm:spPr/>
      <dgm:t>
        <a:bodyPr/>
        <a:lstStyle/>
        <a:p>
          <a:endParaRPr lang="en-US"/>
        </a:p>
      </dgm:t>
    </dgm:pt>
    <dgm:pt modelId="{A573C0C3-9169-4D68-ABB2-75A375E5E4EE}" type="sibTrans" cxnId="{697B6E58-573F-44F6-BB31-BF5F6E37EE16}">
      <dgm:prSet/>
      <dgm:spPr/>
      <dgm:t>
        <a:bodyPr/>
        <a:lstStyle/>
        <a:p>
          <a:endParaRPr lang="en-US"/>
        </a:p>
      </dgm:t>
    </dgm:pt>
    <dgm:pt modelId="{FC198B31-5CE5-44D1-8205-E0420F767C82}">
      <dgm:prSet/>
      <dgm:spPr/>
      <dgm:t>
        <a:bodyPr/>
        <a:lstStyle/>
        <a:p>
          <a:r>
            <a:rPr lang="en-IN"/>
            <a:t>Moderate augmentation: measurable, limited tool</a:t>
          </a:r>
          <a:endParaRPr lang="en-US"/>
        </a:p>
      </dgm:t>
    </dgm:pt>
    <dgm:pt modelId="{064B01D0-16EF-4BC2-84DD-156B714B1E54}" type="parTrans" cxnId="{657B531C-5C8E-44E4-8E68-43A1B4CF4CEE}">
      <dgm:prSet/>
      <dgm:spPr/>
      <dgm:t>
        <a:bodyPr/>
        <a:lstStyle/>
        <a:p>
          <a:endParaRPr lang="en-US"/>
        </a:p>
      </dgm:t>
    </dgm:pt>
    <dgm:pt modelId="{232A8459-D3F6-4590-9E87-63777A9577F5}" type="sibTrans" cxnId="{657B531C-5C8E-44E4-8E68-43A1B4CF4CEE}">
      <dgm:prSet/>
      <dgm:spPr/>
      <dgm:t>
        <a:bodyPr/>
        <a:lstStyle/>
        <a:p>
          <a:endParaRPr lang="en-US"/>
        </a:p>
      </dgm:t>
    </dgm:pt>
    <dgm:pt modelId="{A795B348-AA45-43C1-8C14-452061AD9E1D}">
      <dgm:prSet/>
      <dgm:spPr/>
      <dgm:t>
        <a:bodyPr/>
        <a:lstStyle/>
        <a:p>
          <a:r>
            <a:rPr lang="en-US"/>
            <a:t>Allocation strategy effectiveness is dataset-dependent — not universally null</a:t>
          </a:r>
        </a:p>
      </dgm:t>
    </dgm:pt>
    <dgm:pt modelId="{9206DE53-6EFE-411E-8D6F-9E07A5FDD607}" type="parTrans" cxnId="{A5B2C1F9-E6E6-42AB-BBBA-123EE63E0E5D}">
      <dgm:prSet/>
      <dgm:spPr/>
      <dgm:t>
        <a:bodyPr/>
        <a:lstStyle/>
        <a:p>
          <a:endParaRPr lang="en-US"/>
        </a:p>
      </dgm:t>
    </dgm:pt>
    <dgm:pt modelId="{A2E9553B-537E-4A74-9DA6-9FD4A42D8204}" type="sibTrans" cxnId="{A5B2C1F9-E6E6-42AB-BBBA-123EE63E0E5D}">
      <dgm:prSet/>
      <dgm:spPr/>
      <dgm:t>
        <a:bodyPr/>
        <a:lstStyle/>
        <a:p>
          <a:endParaRPr lang="en-US"/>
        </a:p>
      </dgm:t>
    </dgm:pt>
    <dgm:pt modelId="{D3E35D79-171F-420A-98F7-BBE4A8D79FBA}">
      <dgm:prSet/>
      <dgm:spPr/>
      <dgm:t>
        <a:bodyPr/>
        <a:lstStyle/>
        <a:p>
          <a:r>
            <a:rPr lang="en-IN"/>
            <a:t>Future: higher-fidelity generators, adaptive prompting, image-conditioned synthesis</a:t>
          </a:r>
          <a:endParaRPr lang="en-US"/>
        </a:p>
      </dgm:t>
    </dgm:pt>
    <dgm:pt modelId="{BCDA1016-F320-47C4-8E63-E724FD88C362}" type="parTrans" cxnId="{F6989AFF-2B9A-4FD4-A10C-CEEA6DCFF844}">
      <dgm:prSet/>
      <dgm:spPr/>
      <dgm:t>
        <a:bodyPr/>
        <a:lstStyle/>
        <a:p>
          <a:endParaRPr lang="en-US"/>
        </a:p>
      </dgm:t>
    </dgm:pt>
    <dgm:pt modelId="{78EC6192-4A1A-42E3-AAD8-74154D12A14C}" type="sibTrans" cxnId="{F6989AFF-2B9A-4FD4-A10C-CEEA6DCFF844}">
      <dgm:prSet/>
      <dgm:spPr/>
      <dgm:t>
        <a:bodyPr/>
        <a:lstStyle/>
        <a:p>
          <a:endParaRPr lang="en-US"/>
        </a:p>
      </dgm:t>
    </dgm:pt>
    <dgm:pt modelId="{77A36826-2698-4863-AAF1-3453B1D050D4}" type="pres">
      <dgm:prSet presAssocID="{F7581723-78A3-4EE0-9452-BB375E8724F8}" presName="root" presStyleCnt="0">
        <dgm:presLayoutVars>
          <dgm:dir/>
          <dgm:resizeHandles val="exact"/>
        </dgm:presLayoutVars>
      </dgm:prSet>
      <dgm:spPr/>
    </dgm:pt>
    <dgm:pt modelId="{015BDC1B-1B6D-43EF-B3D7-7BF601735509}" type="pres">
      <dgm:prSet presAssocID="{F7581723-78A3-4EE0-9452-BB375E8724F8}" presName="container" presStyleCnt="0">
        <dgm:presLayoutVars>
          <dgm:dir/>
          <dgm:resizeHandles val="exact"/>
        </dgm:presLayoutVars>
      </dgm:prSet>
      <dgm:spPr/>
    </dgm:pt>
    <dgm:pt modelId="{71F23D5D-889A-4F69-9569-728D391A5516}" type="pres">
      <dgm:prSet presAssocID="{3F7D09E7-443B-408C-AEA8-8F5C5C31CD56}" presName="compNode" presStyleCnt="0"/>
      <dgm:spPr/>
    </dgm:pt>
    <dgm:pt modelId="{6FE7B3B6-CC63-4D32-9FE0-18A2AA483E5F}" type="pres">
      <dgm:prSet presAssocID="{3F7D09E7-443B-408C-AEA8-8F5C5C31CD56}" presName="iconBgRect" presStyleLbl="bgShp" presStyleIdx="0" presStyleCnt="4"/>
      <dgm:spPr/>
    </dgm:pt>
    <dgm:pt modelId="{82253FCF-DF84-47EF-9554-FD8FF805E5C8}" type="pres">
      <dgm:prSet presAssocID="{3F7D09E7-443B-408C-AEA8-8F5C5C31CD5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edle"/>
        </a:ext>
      </dgm:extLst>
    </dgm:pt>
    <dgm:pt modelId="{C2971766-9B1F-4DA8-A8E6-82869F0F2C3C}" type="pres">
      <dgm:prSet presAssocID="{3F7D09E7-443B-408C-AEA8-8F5C5C31CD56}" presName="spaceRect" presStyleCnt="0"/>
      <dgm:spPr/>
    </dgm:pt>
    <dgm:pt modelId="{7B903103-D120-4BE1-97D0-435EA7782447}" type="pres">
      <dgm:prSet presAssocID="{3F7D09E7-443B-408C-AEA8-8F5C5C31CD56}" presName="textRect" presStyleLbl="revTx" presStyleIdx="0" presStyleCnt="4">
        <dgm:presLayoutVars>
          <dgm:chMax val="1"/>
          <dgm:chPref val="1"/>
        </dgm:presLayoutVars>
      </dgm:prSet>
      <dgm:spPr/>
    </dgm:pt>
    <dgm:pt modelId="{0508176B-A198-42EA-AC81-7AA6E5C3555C}" type="pres">
      <dgm:prSet presAssocID="{A573C0C3-9169-4D68-ABB2-75A375E5E4EE}" presName="sibTrans" presStyleLbl="sibTrans2D1" presStyleIdx="0" presStyleCnt="0"/>
      <dgm:spPr/>
    </dgm:pt>
    <dgm:pt modelId="{6BC2A26C-5047-4306-991F-3A93702F9B1C}" type="pres">
      <dgm:prSet presAssocID="{FC198B31-5CE5-44D1-8205-E0420F767C82}" presName="compNode" presStyleCnt="0"/>
      <dgm:spPr/>
    </dgm:pt>
    <dgm:pt modelId="{93159A82-73EA-446F-AA9A-834AB1264B36}" type="pres">
      <dgm:prSet presAssocID="{FC198B31-5CE5-44D1-8205-E0420F767C82}" presName="iconBgRect" presStyleLbl="bgShp" presStyleIdx="1" presStyleCnt="4"/>
      <dgm:spPr/>
    </dgm:pt>
    <dgm:pt modelId="{C035D0FE-590A-4DA9-9FAE-8021E88BAF7D}" type="pres">
      <dgm:prSet presAssocID="{FC198B31-5CE5-44D1-8205-E0420F767C8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ADCCCDE5-9B32-4147-B9FC-9C888AFFA9C4}" type="pres">
      <dgm:prSet presAssocID="{FC198B31-5CE5-44D1-8205-E0420F767C82}" presName="spaceRect" presStyleCnt="0"/>
      <dgm:spPr/>
    </dgm:pt>
    <dgm:pt modelId="{08B687D9-1632-45FA-B179-5549F1951228}" type="pres">
      <dgm:prSet presAssocID="{FC198B31-5CE5-44D1-8205-E0420F767C82}" presName="textRect" presStyleLbl="revTx" presStyleIdx="1" presStyleCnt="4">
        <dgm:presLayoutVars>
          <dgm:chMax val="1"/>
          <dgm:chPref val="1"/>
        </dgm:presLayoutVars>
      </dgm:prSet>
      <dgm:spPr/>
    </dgm:pt>
    <dgm:pt modelId="{CF564E40-2032-4106-8AC1-4F7FDD74E785}" type="pres">
      <dgm:prSet presAssocID="{232A8459-D3F6-4590-9E87-63777A9577F5}" presName="sibTrans" presStyleLbl="sibTrans2D1" presStyleIdx="0" presStyleCnt="0"/>
      <dgm:spPr/>
    </dgm:pt>
    <dgm:pt modelId="{70DEFA4C-1A6F-4415-B8F1-5E6ED6B5BB09}" type="pres">
      <dgm:prSet presAssocID="{A795B348-AA45-43C1-8C14-452061AD9E1D}" presName="compNode" presStyleCnt="0"/>
      <dgm:spPr/>
    </dgm:pt>
    <dgm:pt modelId="{B6A96EBE-2B8B-4E75-BBCB-75AA9E1AE465}" type="pres">
      <dgm:prSet presAssocID="{A795B348-AA45-43C1-8C14-452061AD9E1D}" presName="iconBgRect" presStyleLbl="bgShp" presStyleIdx="2" presStyleCnt="4"/>
      <dgm:spPr/>
    </dgm:pt>
    <dgm:pt modelId="{0A4C628C-E05E-4087-8DD1-EC08CDF3E305}" type="pres">
      <dgm:prSet presAssocID="{A795B348-AA45-43C1-8C14-452061AD9E1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istics"/>
        </a:ext>
      </dgm:extLst>
    </dgm:pt>
    <dgm:pt modelId="{3B1A240F-002A-4F6F-9E4F-95CA73C3D6AD}" type="pres">
      <dgm:prSet presAssocID="{A795B348-AA45-43C1-8C14-452061AD9E1D}" presName="spaceRect" presStyleCnt="0"/>
      <dgm:spPr/>
    </dgm:pt>
    <dgm:pt modelId="{E443EE9C-C1EE-4A69-9523-D00C95422023}" type="pres">
      <dgm:prSet presAssocID="{A795B348-AA45-43C1-8C14-452061AD9E1D}" presName="textRect" presStyleLbl="revTx" presStyleIdx="2" presStyleCnt="4">
        <dgm:presLayoutVars>
          <dgm:chMax val="1"/>
          <dgm:chPref val="1"/>
        </dgm:presLayoutVars>
      </dgm:prSet>
      <dgm:spPr/>
    </dgm:pt>
    <dgm:pt modelId="{A90A8E11-0041-4CE2-A1ED-B1843DA03EF1}" type="pres">
      <dgm:prSet presAssocID="{A2E9553B-537E-4A74-9DA6-9FD4A42D8204}" presName="sibTrans" presStyleLbl="sibTrans2D1" presStyleIdx="0" presStyleCnt="0"/>
      <dgm:spPr/>
    </dgm:pt>
    <dgm:pt modelId="{90638BAF-A1E7-4C23-A1ED-814F0AB35A5C}" type="pres">
      <dgm:prSet presAssocID="{D3E35D79-171F-420A-98F7-BBE4A8D79FBA}" presName="compNode" presStyleCnt="0"/>
      <dgm:spPr/>
    </dgm:pt>
    <dgm:pt modelId="{1076D6A5-FDCE-463F-9BC5-F66CE5307397}" type="pres">
      <dgm:prSet presAssocID="{D3E35D79-171F-420A-98F7-BBE4A8D79FBA}" presName="iconBgRect" presStyleLbl="bgShp" presStyleIdx="3" presStyleCnt="4"/>
      <dgm:spPr/>
    </dgm:pt>
    <dgm:pt modelId="{E2401D57-9F5C-48F9-ABA2-AA002DE55437}" type="pres">
      <dgm:prSet presAssocID="{D3E35D79-171F-420A-98F7-BBE4A8D79FB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65D88381-8A03-467A-B769-65F07DFC0816}" type="pres">
      <dgm:prSet presAssocID="{D3E35D79-171F-420A-98F7-BBE4A8D79FBA}" presName="spaceRect" presStyleCnt="0"/>
      <dgm:spPr/>
    </dgm:pt>
    <dgm:pt modelId="{ED0B71F2-D554-4C4F-910D-3D4E174EB2F4}" type="pres">
      <dgm:prSet presAssocID="{D3E35D79-171F-420A-98F7-BBE4A8D79FBA}" presName="textRect" presStyleLbl="revTx" presStyleIdx="3" presStyleCnt="4">
        <dgm:presLayoutVars>
          <dgm:chMax val="1"/>
          <dgm:chPref val="1"/>
        </dgm:presLayoutVars>
      </dgm:prSet>
      <dgm:spPr/>
    </dgm:pt>
  </dgm:ptLst>
  <dgm:cxnLst>
    <dgm:cxn modelId="{7A855800-9BB5-4DA0-ACD2-CC34548EB4C1}" type="presOf" srcId="{A795B348-AA45-43C1-8C14-452061AD9E1D}" destId="{E443EE9C-C1EE-4A69-9523-D00C95422023}" srcOrd="0" destOrd="0" presId="urn:microsoft.com/office/officeart/2018/2/layout/IconCircleList"/>
    <dgm:cxn modelId="{657B531C-5C8E-44E4-8E68-43A1B4CF4CEE}" srcId="{F7581723-78A3-4EE0-9452-BB375E8724F8}" destId="{FC198B31-5CE5-44D1-8205-E0420F767C82}" srcOrd="1" destOrd="0" parTransId="{064B01D0-16EF-4BC2-84DD-156B714B1E54}" sibTransId="{232A8459-D3F6-4590-9E87-63777A9577F5}"/>
    <dgm:cxn modelId="{5AD88F35-335C-426F-A97E-EBFC299108E9}" type="presOf" srcId="{A573C0C3-9169-4D68-ABB2-75A375E5E4EE}" destId="{0508176B-A198-42EA-AC81-7AA6E5C3555C}" srcOrd="0" destOrd="0" presId="urn:microsoft.com/office/officeart/2018/2/layout/IconCircleList"/>
    <dgm:cxn modelId="{697B6E58-573F-44F6-BB31-BF5F6E37EE16}" srcId="{F7581723-78A3-4EE0-9452-BB375E8724F8}" destId="{3F7D09E7-443B-408C-AEA8-8F5C5C31CD56}" srcOrd="0" destOrd="0" parTransId="{9E12762B-46C0-4ABD-AA94-67ECB4C6AB41}" sibTransId="{A573C0C3-9169-4D68-ABB2-75A375E5E4EE}"/>
    <dgm:cxn modelId="{09887C79-EEAA-45B5-9DE0-73D4468B9E3E}" type="presOf" srcId="{3F7D09E7-443B-408C-AEA8-8F5C5C31CD56}" destId="{7B903103-D120-4BE1-97D0-435EA7782447}" srcOrd="0" destOrd="0" presId="urn:microsoft.com/office/officeart/2018/2/layout/IconCircleList"/>
    <dgm:cxn modelId="{1CA5337D-1344-4D5E-931B-98DCE64C09A8}" type="presOf" srcId="{FC198B31-5CE5-44D1-8205-E0420F767C82}" destId="{08B687D9-1632-45FA-B179-5549F1951228}" srcOrd="0" destOrd="0" presId="urn:microsoft.com/office/officeart/2018/2/layout/IconCircleList"/>
    <dgm:cxn modelId="{4314258B-C2A6-4F52-A877-91D3EC9ED15A}" type="presOf" srcId="{D3E35D79-171F-420A-98F7-BBE4A8D79FBA}" destId="{ED0B71F2-D554-4C4F-910D-3D4E174EB2F4}" srcOrd="0" destOrd="0" presId="urn:microsoft.com/office/officeart/2018/2/layout/IconCircleList"/>
    <dgm:cxn modelId="{EF88698D-9A5E-4B58-9226-18BF650B5A2F}" type="presOf" srcId="{F7581723-78A3-4EE0-9452-BB375E8724F8}" destId="{77A36826-2698-4863-AAF1-3453B1D050D4}" srcOrd="0" destOrd="0" presId="urn:microsoft.com/office/officeart/2018/2/layout/IconCircleList"/>
    <dgm:cxn modelId="{FBBA60BB-0208-4AD1-A9C0-E0703276F2D1}" type="presOf" srcId="{232A8459-D3F6-4590-9E87-63777A9577F5}" destId="{CF564E40-2032-4106-8AC1-4F7FDD74E785}" srcOrd="0" destOrd="0" presId="urn:microsoft.com/office/officeart/2018/2/layout/IconCircleList"/>
    <dgm:cxn modelId="{14D6A6C5-1A7B-459D-8C66-04CC8C54230C}" type="presOf" srcId="{A2E9553B-537E-4A74-9DA6-9FD4A42D8204}" destId="{A90A8E11-0041-4CE2-A1ED-B1843DA03EF1}" srcOrd="0" destOrd="0" presId="urn:microsoft.com/office/officeart/2018/2/layout/IconCircleList"/>
    <dgm:cxn modelId="{A5B2C1F9-E6E6-42AB-BBBA-123EE63E0E5D}" srcId="{F7581723-78A3-4EE0-9452-BB375E8724F8}" destId="{A795B348-AA45-43C1-8C14-452061AD9E1D}" srcOrd="2" destOrd="0" parTransId="{9206DE53-6EFE-411E-8D6F-9E07A5FDD607}" sibTransId="{A2E9553B-537E-4A74-9DA6-9FD4A42D8204}"/>
    <dgm:cxn modelId="{F6989AFF-2B9A-4FD4-A10C-CEEA6DCFF844}" srcId="{F7581723-78A3-4EE0-9452-BB375E8724F8}" destId="{D3E35D79-171F-420A-98F7-BBE4A8D79FBA}" srcOrd="3" destOrd="0" parTransId="{BCDA1016-F320-47C4-8E63-E724FD88C362}" sibTransId="{78EC6192-4A1A-42E3-AAD8-74154D12A14C}"/>
    <dgm:cxn modelId="{FF8D76C3-0F22-414E-AE86-F37762EA5667}" type="presParOf" srcId="{77A36826-2698-4863-AAF1-3453B1D050D4}" destId="{015BDC1B-1B6D-43EF-B3D7-7BF601735509}" srcOrd="0" destOrd="0" presId="urn:microsoft.com/office/officeart/2018/2/layout/IconCircleList"/>
    <dgm:cxn modelId="{4AD752CC-EB8F-4EBC-BF68-C7F612A126C7}" type="presParOf" srcId="{015BDC1B-1B6D-43EF-B3D7-7BF601735509}" destId="{71F23D5D-889A-4F69-9569-728D391A5516}" srcOrd="0" destOrd="0" presId="urn:microsoft.com/office/officeart/2018/2/layout/IconCircleList"/>
    <dgm:cxn modelId="{32D8C7AC-A87E-4495-AB2F-AEC0C17D6889}" type="presParOf" srcId="{71F23D5D-889A-4F69-9569-728D391A5516}" destId="{6FE7B3B6-CC63-4D32-9FE0-18A2AA483E5F}" srcOrd="0" destOrd="0" presId="urn:microsoft.com/office/officeart/2018/2/layout/IconCircleList"/>
    <dgm:cxn modelId="{9E3CD8F9-C849-48EA-BFDB-CA6D9B926E11}" type="presParOf" srcId="{71F23D5D-889A-4F69-9569-728D391A5516}" destId="{82253FCF-DF84-47EF-9554-FD8FF805E5C8}" srcOrd="1" destOrd="0" presId="urn:microsoft.com/office/officeart/2018/2/layout/IconCircleList"/>
    <dgm:cxn modelId="{F692FED6-61A3-4853-A829-275AAE49C703}" type="presParOf" srcId="{71F23D5D-889A-4F69-9569-728D391A5516}" destId="{C2971766-9B1F-4DA8-A8E6-82869F0F2C3C}" srcOrd="2" destOrd="0" presId="urn:microsoft.com/office/officeart/2018/2/layout/IconCircleList"/>
    <dgm:cxn modelId="{24C31FF9-769C-4121-A43D-C2EF2AC46794}" type="presParOf" srcId="{71F23D5D-889A-4F69-9569-728D391A5516}" destId="{7B903103-D120-4BE1-97D0-435EA7782447}" srcOrd="3" destOrd="0" presId="urn:microsoft.com/office/officeart/2018/2/layout/IconCircleList"/>
    <dgm:cxn modelId="{8D40B21B-5D8B-4153-8C2D-834633813CCE}" type="presParOf" srcId="{015BDC1B-1B6D-43EF-B3D7-7BF601735509}" destId="{0508176B-A198-42EA-AC81-7AA6E5C3555C}" srcOrd="1" destOrd="0" presId="urn:microsoft.com/office/officeart/2018/2/layout/IconCircleList"/>
    <dgm:cxn modelId="{D41B3C0D-7410-4197-85B2-5E1E9C0D39FD}" type="presParOf" srcId="{015BDC1B-1B6D-43EF-B3D7-7BF601735509}" destId="{6BC2A26C-5047-4306-991F-3A93702F9B1C}" srcOrd="2" destOrd="0" presId="urn:microsoft.com/office/officeart/2018/2/layout/IconCircleList"/>
    <dgm:cxn modelId="{62E95345-5B5D-42D0-B9FC-501F93B1FD74}" type="presParOf" srcId="{6BC2A26C-5047-4306-991F-3A93702F9B1C}" destId="{93159A82-73EA-446F-AA9A-834AB1264B36}" srcOrd="0" destOrd="0" presId="urn:microsoft.com/office/officeart/2018/2/layout/IconCircleList"/>
    <dgm:cxn modelId="{665F4F4E-27DC-44D2-B367-59ACA3E42A7F}" type="presParOf" srcId="{6BC2A26C-5047-4306-991F-3A93702F9B1C}" destId="{C035D0FE-590A-4DA9-9FAE-8021E88BAF7D}" srcOrd="1" destOrd="0" presId="urn:microsoft.com/office/officeart/2018/2/layout/IconCircleList"/>
    <dgm:cxn modelId="{900FF839-4851-45DD-B4B4-2246935B8344}" type="presParOf" srcId="{6BC2A26C-5047-4306-991F-3A93702F9B1C}" destId="{ADCCCDE5-9B32-4147-B9FC-9C888AFFA9C4}" srcOrd="2" destOrd="0" presId="urn:microsoft.com/office/officeart/2018/2/layout/IconCircleList"/>
    <dgm:cxn modelId="{B67AD091-F9F1-4504-971E-2E914D3091E9}" type="presParOf" srcId="{6BC2A26C-5047-4306-991F-3A93702F9B1C}" destId="{08B687D9-1632-45FA-B179-5549F1951228}" srcOrd="3" destOrd="0" presId="urn:microsoft.com/office/officeart/2018/2/layout/IconCircleList"/>
    <dgm:cxn modelId="{8CB6651C-64B7-42AD-B92A-031A347C9289}" type="presParOf" srcId="{015BDC1B-1B6D-43EF-B3D7-7BF601735509}" destId="{CF564E40-2032-4106-8AC1-4F7FDD74E785}" srcOrd="3" destOrd="0" presId="urn:microsoft.com/office/officeart/2018/2/layout/IconCircleList"/>
    <dgm:cxn modelId="{B590E8A1-2C8E-4196-8D47-B39A1F68D541}" type="presParOf" srcId="{015BDC1B-1B6D-43EF-B3D7-7BF601735509}" destId="{70DEFA4C-1A6F-4415-B8F1-5E6ED6B5BB09}" srcOrd="4" destOrd="0" presId="urn:microsoft.com/office/officeart/2018/2/layout/IconCircleList"/>
    <dgm:cxn modelId="{2E6F00D9-EF97-475F-A7A0-79B6E0507F92}" type="presParOf" srcId="{70DEFA4C-1A6F-4415-B8F1-5E6ED6B5BB09}" destId="{B6A96EBE-2B8B-4E75-BBCB-75AA9E1AE465}" srcOrd="0" destOrd="0" presId="urn:microsoft.com/office/officeart/2018/2/layout/IconCircleList"/>
    <dgm:cxn modelId="{41ADAE40-3A73-482C-AE1E-2D8D5CC82FBE}" type="presParOf" srcId="{70DEFA4C-1A6F-4415-B8F1-5E6ED6B5BB09}" destId="{0A4C628C-E05E-4087-8DD1-EC08CDF3E305}" srcOrd="1" destOrd="0" presId="urn:microsoft.com/office/officeart/2018/2/layout/IconCircleList"/>
    <dgm:cxn modelId="{753E712C-A4F2-41F6-AFBF-4487C81510B2}" type="presParOf" srcId="{70DEFA4C-1A6F-4415-B8F1-5E6ED6B5BB09}" destId="{3B1A240F-002A-4F6F-9E4F-95CA73C3D6AD}" srcOrd="2" destOrd="0" presId="urn:microsoft.com/office/officeart/2018/2/layout/IconCircleList"/>
    <dgm:cxn modelId="{0CF86BD6-99EA-417F-BD30-CBFB76D22381}" type="presParOf" srcId="{70DEFA4C-1A6F-4415-B8F1-5E6ED6B5BB09}" destId="{E443EE9C-C1EE-4A69-9523-D00C95422023}" srcOrd="3" destOrd="0" presId="urn:microsoft.com/office/officeart/2018/2/layout/IconCircleList"/>
    <dgm:cxn modelId="{6C99D4E9-123B-492A-A740-51394D842B16}" type="presParOf" srcId="{015BDC1B-1B6D-43EF-B3D7-7BF601735509}" destId="{A90A8E11-0041-4CE2-A1ED-B1843DA03EF1}" srcOrd="5" destOrd="0" presId="urn:microsoft.com/office/officeart/2018/2/layout/IconCircleList"/>
    <dgm:cxn modelId="{3BC75ADB-4669-4197-8903-29C2D798CAD1}" type="presParOf" srcId="{015BDC1B-1B6D-43EF-B3D7-7BF601735509}" destId="{90638BAF-A1E7-4C23-A1ED-814F0AB35A5C}" srcOrd="6" destOrd="0" presId="urn:microsoft.com/office/officeart/2018/2/layout/IconCircleList"/>
    <dgm:cxn modelId="{5160E467-C492-46EF-A472-FE768672CEBC}" type="presParOf" srcId="{90638BAF-A1E7-4C23-A1ED-814F0AB35A5C}" destId="{1076D6A5-FDCE-463F-9BC5-F66CE5307397}" srcOrd="0" destOrd="0" presId="urn:microsoft.com/office/officeart/2018/2/layout/IconCircleList"/>
    <dgm:cxn modelId="{46479587-D231-478B-8974-5CD75763564A}" type="presParOf" srcId="{90638BAF-A1E7-4C23-A1ED-814F0AB35A5C}" destId="{E2401D57-9F5C-48F9-ABA2-AA002DE55437}" srcOrd="1" destOrd="0" presId="urn:microsoft.com/office/officeart/2018/2/layout/IconCircleList"/>
    <dgm:cxn modelId="{17C4D395-9B19-4D7C-A1F2-5610EEE57D5F}" type="presParOf" srcId="{90638BAF-A1E7-4C23-A1ED-814F0AB35A5C}" destId="{65D88381-8A03-467A-B769-65F07DFC0816}" srcOrd="2" destOrd="0" presId="urn:microsoft.com/office/officeart/2018/2/layout/IconCircleList"/>
    <dgm:cxn modelId="{BECC6EE2-9B9E-46E5-8A29-F26A34CD9579}" type="presParOf" srcId="{90638BAF-A1E7-4C23-A1ED-814F0AB35A5C}" destId="{ED0B71F2-D554-4C4F-910D-3D4E174EB2F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51971-C766-4D5F-81CD-52F1A8A34FC5}">
      <dsp:nvSpPr>
        <dsp:cNvPr id="0" name=""/>
        <dsp:cNvSpPr/>
      </dsp:nvSpPr>
      <dsp:spPr>
        <a:xfrm>
          <a:off x="679050" y="578168"/>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AE1C8-B35F-4E97-B5DD-3EB85B325718}">
      <dsp:nvSpPr>
        <dsp:cNvPr id="0" name=""/>
        <dsp:cNvSpPr/>
      </dsp:nvSpPr>
      <dsp:spPr>
        <a:xfrm>
          <a:off x="1081237"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AB3203-3A6F-4AC6-A502-A1CD95E87BA2}">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Low-data → overfitting, poor calibration, unstable features</a:t>
          </a:r>
        </a:p>
      </dsp:txBody>
      <dsp:txXfrm>
        <a:off x="75768" y="3053169"/>
        <a:ext cx="3093750" cy="720000"/>
      </dsp:txXfrm>
    </dsp:sp>
    <dsp:sp modelId="{F74E0C3D-378E-4479-A0CF-0AFD854CBF57}">
      <dsp:nvSpPr>
        <dsp:cNvPr id="0" name=""/>
        <dsp:cNvSpPr/>
      </dsp:nvSpPr>
      <dsp:spPr>
        <a:xfrm>
          <a:off x="4314206" y="578168"/>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C91DF3-A5A9-4F90-9B23-FBBB710A1F77}">
      <dsp:nvSpPr>
        <dsp:cNvPr id="0" name=""/>
        <dsp:cNvSpPr/>
      </dsp:nvSpPr>
      <dsp:spPr>
        <a:xfrm>
          <a:off x="4716393"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D6DBDD-77AB-4FD9-BF88-678B20412AE6}">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Diffusion models proposed as augmentation source</a:t>
          </a:r>
        </a:p>
      </dsp:txBody>
      <dsp:txXfrm>
        <a:off x="3710925" y="3053169"/>
        <a:ext cx="3093750" cy="720000"/>
      </dsp:txXfrm>
    </dsp:sp>
    <dsp:sp modelId="{07180D3B-6B2F-44E9-A136-0EBFC89E5FB0}">
      <dsp:nvSpPr>
        <dsp:cNvPr id="0" name=""/>
        <dsp:cNvSpPr/>
      </dsp:nvSpPr>
      <dsp:spPr>
        <a:xfrm>
          <a:off x="7949362" y="578168"/>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30050-DE83-42F0-8065-D08557D78894}">
      <dsp:nvSpPr>
        <dsp:cNvPr id="0" name=""/>
        <dsp:cNvSpPr/>
      </dsp:nvSpPr>
      <dsp:spPr>
        <a:xfrm>
          <a:off x="8351550"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F25DB-0719-4859-B950-5C0C63A1699E}">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Prior work: single budget, accuracy-only evaluation</a:t>
          </a:r>
        </a:p>
      </dsp:txBody>
      <dsp:txXfrm>
        <a:off x="7346081" y="3053169"/>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AA058-D55B-40E3-B7C1-3C2E20B1F04E}">
      <dsp:nvSpPr>
        <dsp:cNvPr id="0" name=""/>
        <dsp:cNvSpPr/>
      </dsp:nvSpPr>
      <dsp:spPr>
        <a:xfrm>
          <a:off x="0" y="569"/>
          <a:ext cx="69480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65FBD3-68B9-48A9-BB5A-3D9BCABC1A48}">
      <dsp:nvSpPr>
        <dsp:cNvPr id="0" name=""/>
        <dsp:cNvSpPr/>
      </dsp:nvSpPr>
      <dsp:spPr>
        <a:xfrm>
          <a:off x="0" y="569"/>
          <a:ext cx="6948055"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kern="1200"/>
            <a:t>Tiny ImageNet, 200 classes, 64×64</a:t>
          </a:r>
          <a:endParaRPr lang="en-US" sz="2600" kern="1200"/>
        </a:p>
      </dsp:txBody>
      <dsp:txXfrm>
        <a:off x="0" y="569"/>
        <a:ext cx="6948055" cy="933222"/>
      </dsp:txXfrm>
    </dsp:sp>
    <dsp:sp modelId="{4A370E37-E044-4BE7-994F-B776DEEE5394}">
      <dsp:nvSpPr>
        <dsp:cNvPr id="0" name=""/>
        <dsp:cNvSpPr/>
      </dsp:nvSpPr>
      <dsp:spPr>
        <a:xfrm>
          <a:off x="0" y="933791"/>
          <a:ext cx="69480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347FFC-92A8-4404-94E3-891623C232EB}">
      <dsp:nvSpPr>
        <dsp:cNvPr id="0" name=""/>
        <dsp:cNvSpPr/>
      </dsp:nvSpPr>
      <dsp:spPr>
        <a:xfrm>
          <a:off x="0" y="933791"/>
          <a:ext cx="6948055"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kern="1200"/>
            <a:t>5% data regime → 25 images/class</a:t>
          </a:r>
          <a:endParaRPr lang="en-US" sz="2600" kern="1200"/>
        </a:p>
      </dsp:txBody>
      <dsp:txXfrm>
        <a:off x="0" y="933791"/>
        <a:ext cx="6948055" cy="933222"/>
      </dsp:txXfrm>
    </dsp:sp>
    <dsp:sp modelId="{0D5A037A-2504-49A0-8220-323717C5E68D}">
      <dsp:nvSpPr>
        <dsp:cNvPr id="0" name=""/>
        <dsp:cNvSpPr/>
      </dsp:nvSpPr>
      <dsp:spPr>
        <a:xfrm>
          <a:off x="0" y="1867013"/>
          <a:ext cx="69480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97D08-9DAF-4213-BFD9-19159171DE26}">
      <dsp:nvSpPr>
        <dsp:cNvPr id="0" name=""/>
        <dsp:cNvSpPr/>
      </dsp:nvSpPr>
      <dsp:spPr>
        <a:xfrm>
          <a:off x="0" y="1867013"/>
          <a:ext cx="6948055"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kern="1200"/>
            <a:t>Stable Diffusion v1.5, fixed prompts</a:t>
          </a:r>
          <a:endParaRPr lang="en-US" sz="2600" kern="1200"/>
        </a:p>
      </dsp:txBody>
      <dsp:txXfrm>
        <a:off x="0" y="1867013"/>
        <a:ext cx="6948055" cy="933222"/>
      </dsp:txXfrm>
    </dsp:sp>
    <dsp:sp modelId="{1F6105E2-80DB-4649-9247-034D2E111822}">
      <dsp:nvSpPr>
        <dsp:cNvPr id="0" name=""/>
        <dsp:cNvSpPr/>
      </dsp:nvSpPr>
      <dsp:spPr>
        <a:xfrm>
          <a:off x="0" y="2800236"/>
          <a:ext cx="69480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5E5F87-4993-48F7-97E6-3F43077A1BF6}">
      <dsp:nvSpPr>
        <dsp:cNvPr id="0" name=""/>
        <dsp:cNvSpPr/>
      </dsp:nvSpPr>
      <dsp:spPr>
        <a:xfrm>
          <a:off x="0" y="2800236"/>
          <a:ext cx="6948055"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kern="1200"/>
            <a:t>Pipelines: Baseline | Uniform 5×, 10×, 15× | Adaptive (HC, Unc, PU) | Ceiling</a:t>
          </a:r>
          <a:endParaRPr lang="en-US" sz="2600" kern="1200"/>
        </a:p>
      </dsp:txBody>
      <dsp:txXfrm>
        <a:off x="0" y="2800236"/>
        <a:ext cx="6948055" cy="933222"/>
      </dsp:txXfrm>
    </dsp:sp>
    <dsp:sp modelId="{58438915-5414-4057-AEC6-15FCABE5E2AC}">
      <dsp:nvSpPr>
        <dsp:cNvPr id="0" name=""/>
        <dsp:cNvSpPr/>
      </dsp:nvSpPr>
      <dsp:spPr>
        <a:xfrm>
          <a:off x="0" y="3733458"/>
          <a:ext cx="69480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9A0A24-D1C5-4EFC-B2E5-15512CC8174D}">
      <dsp:nvSpPr>
        <dsp:cNvPr id="0" name=""/>
        <dsp:cNvSpPr/>
      </dsp:nvSpPr>
      <dsp:spPr>
        <a:xfrm>
          <a:off x="0" y="3733458"/>
          <a:ext cx="6948055" cy="93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IN" sz="2600" kern="1200"/>
            <a:t>ResNet-18 (primary), MobileNetV3-Small (validation)</a:t>
          </a:r>
          <a:endParaRPr lang="en-US" sz="2600" kern="1200"/>
        </a:p>
      </dsp:txBody>
      <dsp:txXfrm>
        <a:off x="0" y="3733458"/>
        <a:ext cx="6948055" cy="9332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B33747-19CF-4F05-82CA-7D1106799A2D}">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C60651-B5BA-49D8-8A8A-149087A1A8BC}">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FID: 5× = 140.05, 10× = 139.61, 15× = 139.48</a:t>
          </a:r>
        </a:p>
      </dsp:txBody>
      <dsp:txXfrm>
        <a:off x="383617" y="1447754"/>
        <a:ext cx="2847502" cy="1768010"/>
      </dsp:txXfrm>
    </dsp:sp>
    <dsp:sp modelId="{ACC1787A-A29B-43DB-9480-B1D2DBF202E5}">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03CC02-DAB6-4690-8572-46AFA1652AF5}">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Near-constant → same generative manifold</a:t>
          </a:r>
        </a:p>
      </dsp:txBody>
      <dsp:txXfrm>
        <a:off x="3998355" y="1447754"/>
        <a:ext cx="2847502" cy="1768010"/>
      </dsp:txXfrm>
    </dsp:sp>
    <dsp:sp modelId="{3EA3FD28-7CE0-429F-AE52-599D50A666F2}">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7C54B0-C8E8-4581-88F7-21C6EFA13AB1}">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More volume ≠ more diversity</a:t>
          </a:r>
        </a:p>
      </dsp:txBody>
      <dsp:txXfrm>
        <a:off x="7613092" y="1447754"/>
        <a:ext cx="2847502" cy="17680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E7B3B6-CC63-4D32-9FE0-18A2AA483E5F}">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253FCF-DF84-47EF-9554-FD8FF805E5C8}">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903103-D120-4BE1-97D0-435EA7782447}">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IN" sz="2300" kern="1200"/>
            <a:t>Dose–response framework formalizes synthetic data utility</a:t>
          </a:r>
          <a:endParaRPr lang="en-US" sz="2300" kern="1200"/>
        </a:p>
      </dsp:txBody>
      <dsp:txXfrm>
        <a:off x="1834517" y="469890"/>
        <a:ext cx="3148942" cy="1335915"/>
      </dsp:txXfrm>
    </dsp:sp>
    <dsp:sp modelId="{93159A82-73EA-446F-AA9A-834AB1264B36}">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35D0FE-590A-4DA9-9FAE-8021E88BAF7D}">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B687D9-1632-45FA-B179-5549F1951228}">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IN" sz="2300" kern="1200"/>
            <a:t>Moderate augmentation: measurable, limited tool</a:t>
          </a:r>
          <a:endParaRPr lang="en-US" sz="2300" kern="1200"/>
        </a:p>
      </dsp:txBody>
      <dsp:txXfrm>
        <a:off x="7154322" y="469890"/>
        <a:ext cx="3148942" cy="1335915"/>
      </dsp:txXfrm>
    </dsp:sp>
    <dsp:sp modelId="{B6A96EBE-2B8B-4E75-BBCB-75AA9E1AE465}">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4C628C-E05E-4087-8DD1-EC08CDF3E305}">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43EE9C-C1EE-4A69-9523-D00C95422023}">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Allocation strategy effectiveness is dataset-dependent — not universally null</a:t>
          </a:r>
        </a:p>
      </dsp:txBody>
      <dsp:txXfrm>
        <a:off x="1834517" y="2545532"/>
        <a:ext cx="3148942" cy="1335915"/>
      </dsp:txXfrm>
    </dsp:sp>
    <dsp:sp modelId="{1076D6A5-FDCE-463F-9BC5-F66CE5307397}">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401D57-9F5C-48F9-ABA2-AA002DE55437}">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0B71F2-D554-4C4F-910D-3D4E174EB2F4}">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IN" sz="2300" kern="1200"/>
            <a:t>Future: higher-fidelity generators, adaptive prompting, image-conditioned synthesis</a:t>
          </a:r>
          <a:endParaRPr lang="en-US" sz="2300" kern="1200"/>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2C9C9-6498-447D-B71D-9B1C55315787}"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81C47-383A-4A16-B1EC-3B962B554379}" type="slidenum">
              <a:rPr lang="en-IN" smtClean="0"/>
              <a:t>‹#›</a:t>
            </a:fld>
            <a:endParaRPr lang="en-IN"/>
          </a:p>
        </p:txBody>
      </p:sp>
    </p:spTree>
    <p:extLst>
      <p:ext uri="{BB962C8B-B14F-4D97-AF65-F5344CB8AC3E}">
        <p14:creationId xmlns:p14="http://schemas.microsoft.com/office/powerpoint/2010/main" val="1089193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present a controlled study asking a specific question: can synthetic images from diffusion models recover performance in low-data classification? And critically — does more synthetic data always mean better results? Our findings suggest the answer is more nuanced than the literature currently assumes.</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a:t>
            </a:fld>
            <a:endParaRPr lang="en-IN"/>
          </a:p>
        </p:txBody>
      </p:sp>
    </p:spTree>
    <p:extLst>
      <p:ext uri="{BB962C8B-B14F-4D97-AF65-F5344CB8AC3E}">
        <p14:creationId xmlns:p14="http://schemas.microsoft.com/office/powerpoint/2010/main" val="1672518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When training data is scarce, pretrained models still overfit and produce poorly calibrated predictions. Synthetic data from diffusion models is widely proposed as a fix, but most prior work evaluates a single augmentation level and measures only accuracy. That leaves open whether synthetic data genuinely improves the model or just inflates one metric.</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2</a:t>
            </a:fld>
            <a:endParaRPr lang="en-IN"/>
          </a:p>
        </p:txBody>
      </p:sp>
    </p:spTree>
    <p:extLst>
      <p:ext uri="{BB962C8B-B14F-4D97-AF65-F5344CB8AC3E}">
        <p14:creationId xmlns:p14="http://schemas.microsoft.com/office/powerpoint/2010/main" val="58864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structure the study around four questions. First, how much of the performance gap can synthetic data close? Second, does adding more synthetic data continue to help? Third, does smart allocation matter? And fourth, do improvements hold up beyond aggregate accuracy — across calibration, robustness, and feature quality?</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3</a:t>
            </a:fld>
            <a:endParaRPr lang="en-IN"/>
          </a:p>
        </p:txBody>
      </p:sp>
    </p:spTree>
    <p:extLst>
      <p:ext uri="{BB962C8B-B14F-4D97-AF65-F5344CB8AC3E}">
        <p14:creationId xmlns:p14="http://schemas.microsoft.com/office/powerpoint/2010/main" val="1933354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use Tiny ImageNet at 5% — just 25 real images per class. Synthetic images are generated once from Stable Diffusion and combined with real data at three budget levels. We also test three adaptive allocation policies that redistribute the synthetic budget based on class difficulty. A full-data ceiling anchors the upper bound. All experiments run on ResNet-18 with MobileNetV3 as cross-architecture validation.</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4</a:t>
            </a:fld>
            <a:endParaRPr lang="en-IN"/>
          </a:p>
        </p:txBody>
      </p:sp>
    </p:spTree>
    <p:extLst>
      <p:ext uri="{BB962C8B-B14F-4D97-AF65-F5344CB8AC3E}">
        <p14:creationId xmlns:p14="http://schemas.microsoft.com/office/powerpoint/2010/main" val="1038847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core framing is dose–response. Instead of testing one augmentation setup, we vary the synthetic budget and observe how each metric responds. This figure shows the full picture: accuracy peaks at 5× and flatlines after. ECE drops monotonically. The scaling behavior is non-monotonic — more data does not mean more performance.</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5</a:t>
            </a:fld>
            <a:endParaRPr lang="en-IN"/>
          </a:p>
        </p:txBody>
      </p:sp>
    </p:spTree>
    <p:extLst>
      <p:ext uri="{BB962C8B-B14F-4D97-AF65-F5344CB8AC3E}">
        <p14:creationId xmlns:p14="http://schemas.microsoft.com/office/powerpoint/2010/main" val="427892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numbers are clear. The best synthetic configuration gains just over 2 percentage points, and that's at the lowest budget. Doubling or tripling the synthetic volume adds nothing. Against a ceiling of 71%, synthetic data recovers roughly one-tenth of the gap. The full results table confirms this pattern holds across Top-1, Top-5, macro, and worst-class metrics.</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6</a:t>
            </a:fld>
            <a:endParaRPr lang="en-IN"/>
          </a:p>
        </p:txBody>
      </p:sp>
    </p:spTree>
    <p:extLst>
      <p:ext uri="{BB962C8B-B14F-4D97-AF65-F5344CB8AC3E}">
        <p14:creationId xmlns:p14="http://schemas.microsoft.com/office/powerpoint/2010/main" val="2222261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FID stays essentially flat across budgets. This tells us that adding more synthetic images doesn't shift the distribution — it just resamples from the same generative manifold. The saturation in accuracy is consistent with this: once you've seen what the generator can produce, more copies don't help.</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7</a:t>
            </a:fld>
            <a:endParaRPr lang="en-IN"/>
          </a:p>
        </p:txBody>
      </p:sp>
    </p:spTree>
    <p:extLst>
      <p:ext uri="{BB962C8B-B14F-4D97-AF65-F5344CB8AC3E}">
        <p14:creationId xmlns:p14="http://schemas.microsoft.com/office/powerpoint/2010/main" val="2949731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Tiny ImageNet, all three adaptive policies land within one percentage point of uniform — allocation doesn't help. The ridge model predicting per-class utility achieves an R-squared of 0.013. But as we'll show later, this null result does not generalize — on CIFAR-100, adaptive allocation produces a meaningful advantage, suggesting the effectiveness of allocation strategy is dataset-dependent.</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8</a:t>
            </a:fld>
            <a:endParaRPr lang="en-IN"/>
          </a:p>
        </p:txBody>
      </p:sp>
    </p:spTree>
    <p:extLst>
      <p:ext uri="{BB962C8B-B14F-4D97-AF65-F5344CB8AC3E}">
        <p14:creationId xmlns:p14="http://schemas.microsoft.com/office/powerpoint/2010/main" val="3570556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one of the most telling results. At 5×, about half the classes benefit and a third are harmed — net positive. At 15×, the help-harm ratio drops to exactly zero. Higher budgets don't just stop helping — they actively introduce harm to as many classes as they benefit. The synthetic distribution is not uniformly useful across the class space.</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9</a:t>
            </a:fld>
            <a:endParaRPr lang="en-IN"/>
          </a:p>
        </p:txBody>
      </p:sp>
    </p:spTree>
    <p:extLst>
      <p:ext uri="{BB962C8B-B14F-4D97-AF65-F5344CB8AC3E}">
        <p14:creationId xmlns:p14="http://schemas.microsoft.com/office/powerpoint/2010/main" val="1661541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Calibration is where synthetic data shows a cleaner benefit. Raw ECE drops by over 60% at moderate budgets. After temperature scaling, all models converge to similar calibrated error, but the augmented models start from a better place — they require less correction. This is consistent with synthetic data acting as a confidence regularizer, though part of the improvement may reflect lower overall confidence rather than strictly better probability estimates.</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10</a:t>
            </a:fld>
            <a:endParaRPr lang="en-IN"/>
          </a:p>
        </p:txBody>
      </p:sp>
    </p:spTree>
    <p:extLst>
      <p:ext uri="{BB962C8B-B14F-4D97-AF65-F5344CB8AC3E}">
        <p14:creationId xmlns:p14="http://schemas.microsoft.com/office/powerpoint/2010/main" val="2883485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Robustness reveals a trade-off. Synthetic augmentation improves resilience to blur and brightness, but noise robustness collapses — dropping from 17% to under 6%. Importantly, the ceiling model trained on full real data shows the same noise vulnerability. This suggests the degradation comes from learning finer discriminative features, not from synthetic artifacts specifically. It's the known accuracy-robustness trade-off.</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11</a:t>
            </a:fld>
            <a:endParaRPr lang="en-IN"/>
          </a:p>
        </p:txBody>
      </p:sp>
    </p:spTree>
    <p:extLst>
      <p:ext uri="{BB962C8B-B14F-4D97-AF65-F5344CB8AC3E}">
        <p14:creationId xmlns:p14="http://schemas.microsoft.com/office/powerpoint/2010/main" val="1573136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Representation analysis shows something the accuracy numbers miss. Linear probe accuracy — which measures feature quality independently of the classifier head — improves by over 3 points at 5×, exceeding the Top-1 gain. Effective rank increases as well, meaning the model uses a higher-dimensional feature space. These improvements persist at budgets where accuracy has already saturated. Synthetic data genuinely improves feature structure, even when the classifier can't fully exploit it.</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12</a:t>
            </a:fld>
            <a:endParaRPr lang="en-IN"/>
          </a:p>
        </p:txBody>
      </p:sp>
    </p:spTree>
    <p:extLst>
      <p:ext uri="{BB962C8B-B14F-4D97-AF65-F5344CB8AC3E}">
        <p14:creationId xmlns:p14="http://schemas.microsoft.com/office/powerpoint/2010/main" val="2836470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MobileNetV3 validates the pattern but with a key difference. It benefits significantly more from synthetic data — nearly 5 percentage points at 15×, recovering 23% of the ceiling gap compared to under 2% for ResNet. The architecture's stronger inductive bias appears to extract more useful signal from the same synthetic pool before saturating. The qualitative finding — saturation with diminishing returns — holds across both architectures.</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13</a:t>
            </a:fld>
            <a:endParaRPr lang="en-IN"/>
          </a:p>
        </p:txBody>
      </p:sp>
    </p:spTree>
    <p:extLst>
      <p:ext uri="{BB962C8B-B14F-4D97-AF65-F5344CB8AC3E}">
        <p14:creationId xmlns:p14="http://schemas.microsoft.com/office/powerpoint/2010/main" val="1004543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tested whether a synthetic-aware loss could improve results by </a:t>
            </a:r>
            <a:r>
              <a:rPr lang="en-US" dirty="0" err="1"/>
              <a:t>downweighting</a:t>
            </a:r>
            <a:r>
              <a:rPr lang="en-US" dirty="0"/>
              <a:t> samples far from real class centroids. It actually performs slightly worse than standard cross-entropy on both Tiny ImageNet and CIFAR-100 at Uniform 15×. This makes sense — at a budget where the synthetic pool's diversity is already exhausted, selectively suppressing samples just removes volume without adding quality. The saturation is in the data, not the loss.</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14</a:t>
            </a:fld>
            <a:endParaRPr lang="en-IN"/>
          </a:p>
        </p:txBody>
      </p:sp>
    </p:spTree>
    <p:extLst>
      <p:ext uri="{BB962C8B-B14F-4D97-AF65-F5344CB8AC3E}">
        <p14:creationId xmlns:p14="http://schemas.microsoft.com/office/powerpoint/2010/main" val="3184481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CFBF0-CFFC-C839-36DC-439C8B080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43344-DEDD-C25A-FA2A-E371639730D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5EC011-2A33-D854-1EFC-648368BA54B1}"/>
              </a:ext>
            </a:extLst>
          </p:cNvPr>
          <p:cNvSpPr>
            <a:spLocks noGrp="1"/>
          </p:cNvSpPr>
          <p:nvPr>
            <p:ph type="body" idx="1"/>
          </p:nvPr>
        </p:nvSpPr>
        <p:spPr/>
        <p:txBody>
          <a:bodyPr/>
          <a:lstStyle/>
          <a:p>
            <a:r>
              <a:rPr lang="en-US" dirty="0"/>
              <a:t>Two key findings here. First, the synthetic-aware loss does not change the saturation pattern on Tiny ImageNet — the limitation is data-driven, not optimization-driven. Second, CIFAR-100 partially validates and partially complicates our findings. The modest gain from uniform augmentation holds. But adaptive predicted-utility allocation jumps to 64% — over 5 points above uniform at the same budget. This is a sharp contrast with Tiny ImageNet where allocation made no difference. The implication is that allocation strategy effectiveness depends on the dataset's class structure. The noise robustness trade-off persists regardless.</a:t>
            </a:r>
            <a:endParaRPr lang="en-IN" dirty="0"/>
          </a:p>
        </p:txBody>
      </p:sp>
      <p:sp>
        <p:nvSpPr>
          <p:cNvPr id="4" name="Slide Number Placeholder 3">
            <a:extLst>
              <a:ext uri="{FF2B5EF4-FFF2-40B4-BE49-F238E27FC236}">
                <a16:creationId xmlns:a16="http://schemas.microsoft.com/office/drawing/2014/main" id="{F3DA49D0-CD8F-A68F-8DC7-1CB10353EDE0}"/>
              </a:ext>
            </a:extLst>
          </p:cNvPr>
          <p:cNvSpPr>
            <a:spLocks noGrp="1"/>
          </p:cNvSpPr>
          <p:nvPr>
            <p:ph type="sldNum" sz="quarter" idx="5"/>
          </p:nvPr>
        </p:nvSpPr>
        <p:spPr/>
        <p:txBody>
          <a:bodyPr/>
          <a:lstStyle/>
          <a:p>
            <a:fld id="{3D481C47-383A-4A16-B1EC-3B962B554379}" type="slidenum">
              <a:rPr lang="en-IN" smtClean="0"/>
              <a:t>15</a:t>
            </a:fld>
            <a:endParaRPr lang="en-IN"/>
          </a:p>
        </p:txBody>
      </p:sp>
    </p:spTree>
    <p:extLst>
      <p:ext uri="{BB962C8B-B14F-4D97-AF65-F5344CB8AC3E}">
        <p14:creationId xmlns:p14="http://schemas.microsoft.com/office/powerpoint/2010/main" val="1431469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paradox holds but with a caveat. Synthetic data provides measurable improvements that saturate quickly — the bottleneck is generative diversity, not volume. But the CIFAR-100 result adds nuance: allocation strategy, which was irrelevant on Tiny ImageNet, produces meaningful gains when class difficulty is more structured. So the full picture is that synthetic augmentation utility depends on diversity, distribution alignment, and the interaction between allocation strategy and dataset properties. Real data still provides information that text-conditioned generation cannot replicate.</a:t>
            </a:r>
            <a:endParaRPr lang="en-IN" dirty="0"/>
          </a:p>
        </p:txBody>
      </p:sp>
      <p:sp>
        <p:nvSpPr>
          <p:cNvPr id="4" name="Slide Number Placeholder 3"/>
          <p:cNvSpPr>
            <a:spLocks noGrp="1"/>
          </p:cNvSpPr>
          <p:nvPr>
            <p:ph type="sldNum" sz="quarter" idx="5"/>
          </p:nvPr>
        </p:nvSpPr>
        <p:spPr/>
        <p:txBody>
          <a:bodyPr/>
          <a:lstStyle/>
          <a:p>
            <a:fld id="{3D481C47-383A-4A16-B1EC-3B962B554379}" type="slidenum">
              <a:rPr lang="en-IN" smtClean="0"/>
              <a:t>16</a:t>
            </a:fld>
            <a:endParaRPr lang="en-IN"/>
          </a:p>
        </p:txBody>
      </p:sp>
    </p:spTree>
    <p:extLst>
      <p:ext uri="{BB962C8B-B14F-4D97-AF65-F5344CB8AC3E}">
        <p14:creationId xmlns:p14="http://schemas.microsoft.com/office/powerpoint/2010/main" val="1549933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contribute a dose–response framework that moves the question from 'does synthetic data help' to 'how </a:t>
            </a:r>
            <a:r>
              <a:rPr lang="en-US"/>
              <a:t>much helps </a:t>
            </a:r>
            <a:r>
              <a:rPr lang="en-US" dirty="0"/>
              <a:t>and when does it stop.' The answer is regime-dependent: a little helps, more saturates, and allocation strategy matters only when class structure supports it. Future work should test higher-fidelity generators and investigate what dataset properties determine whether adaptive allocation provides an advantage. Synthetic augmentation is a useful but bounded tool — and characterizing that bound is as valuable as pushing past it.</a:t>
            </a:r>
            <a:endParaRPr lang="en-IN" b="0" dirty="0"/>
          </a:p>
        </p:txBody>
      </p:sp>
      <p:sp>
        <p:nvSpPr>
          <p:cNvPr id="4" name="Slide Number Placeholder 3"/>
          <p:cNvSpPr>
            <a:spLocks noGrp="1"/>
          </p:cNvSpPr>
          <p:nvPr>
            <p:ph type="sldNum" sz="quarter" idx="5"/>
          </p:nvPr>
        </p:nvSpPr>
        <p:spPr/>
        <p:txBody>
          <a:bodyPr/>
          <a:lstStyle/>
          <a:p>
            <a:fld id="{3D481C47-383A-4A16-B1EC-3B962B554379}" type="slidenum">
              <a:rPr lang="en-IN" smtClean="0"/>
              <a:t>17</a:t>
            </a:fld>
            <a:endParaRPr lang="en-IN"/>
          </a:p>
        </p:txBody>
      </p:sp>
    </p:spTree>
    <p:extLst>
      <p:ext uri="{BB962C8B-B14F-4D97-AF65-F5344CB8AC3E}">
        <p14:creationId xmlns:p14="http://schemas.microsoft.com/office/powerpoint/2010/main" val="2602553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6B9DA-714D-3414-1DCF-EA745F786C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2D0CBC-F481-0F86-6838-C07EBE6C3D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7982E6-8942-C222-536E-3DE383A9E92A}"/>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5" name="Footer Placeholder 4">
            <a:extLst>
              <a:ext uri="{FF2B5EF4-FFF2-40B4-BE49-F238E27FC236}">
                <a16:creationId xmlns:a16="http://schemas.microsoft.com/office/drawing/2014/main" id="{CE8D9744-F6EF-2052-052E-7BB99A3AFA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3178A1-71EB-9F2A-4084-1E5D697E7474}"/>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3292805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FA79-5BD3-BD2E-5B9F-AE124A9F1A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C50EE6-433B-EBB8-DEEF-C6BDFF29E8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B4B4A0-DA52-6710-3F2E-CAFAB6824DFF}"/>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5" name="Footer Placeholder 4">
            <a:extLst>
              <a:ext uri="{FF2B5EF4-FFF2-40B4-BE49-F238E27FC236}">
                <a16:creationId xmlns:a16="http://schemas.microsoft.com/office/drawing/2014/main" id="{B010EE80-4881-38AF-2564-C2B1EEAB81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17BAB6-F753-2BED-4B4C-DBD1E6AB5957}"/>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374824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9A402-1E5F-B7ED-FFCC-D5B23F33F0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86F60C-513F-AFDB-BFCE-509B2B50B3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3405EF-FDD1-92EE-3827-7C9AC7A3D3E8}"/>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5" name="Footer Placeholder 4">
            <a:extLst>
              <a:ext uri="{FF2B5EF4-FFF2-40B4-BE49-F238E27FC236}">
                <a16:creationId xmlns:a16="http://schemas.microsoft.com/office/drawing/2014/main" id="{B7C2765C-870E-014E-6551-D11159EC1D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9D8B90-2738-A4B1-5AAC-5CE5E9FE4F22}"/>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1642276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0B56C-4A42-646E-B151-122DBA32E4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37259B-B643-BCED-C433-ECABD4E3DF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FC510F6-9617-13B3-836D-C752182551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746458-887B-B8D7-FD98-677DD749ED9E}"/>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6" name="Footer Placeholder 5">
            <a:extLst>
              <a:ext uri="{FF2B5EF4-FFF2-40B4-BE49-F238E27FC236}">
                <a16:creationId xmlns:a16="http://schemas.microsoft.com/office/drawing/2014/main" id="{F1617676-2E3E-6FBD-0E95-A3EA84E71C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37098C-B8CE-07B9-6D76-CF3E3C03DF31}"/>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415725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D24E3-A477-EB8B-9249-F3521F91EF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EBB360-2455-1B62-5B30-64679A43BE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FD3A80-0EF3-CD12-1A6C-80A793996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D99504-DB00-38D0-9FDF-151BA5B2E4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6ECFF6-3918-48E1-9CD8-BC25AAF35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B54C53-B3DA-1553-D3AD-43CD96B9BCE5}"/>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8" name="Footer Placeholder 7">
            <a:extLst>
              <a:ext uri="{FF2B5EF4-FFF2-40B4-BE49-F238E27FC236}">
                <a16:creationId xmlns:a16="http://schemas.microsoft.com/office/drawing/2014/main" id="{CC4FF447-77D6-FB15-7BEC-714EAF07FA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134AE1-F949-38DD-852A-88AF2A40E495}"/>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388347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A93C7-D073-5FDB-377C-234A28EC52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F19E33-6916-458D-2F7B-2CE0A5378C8C}"/>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4" name="Footer Placeholder 3">
            <a:extLst>
              <a:ext uri="{FF2B5EF4-FFF2-40B4-BE49-F238E27FC236}">
                <a16:creationId xmlns:a16="http://schemas.microsoft.com/office/drawing/2014/main" id="{025D90F1-E16E-B20A-55D7-A85D0D8D87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F4C778-DC3D-746C-EF6A-CA3EF7898C48}"/>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2085469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AE0FDE-02CC-60B7-1A81-A9439FC16E74}"/>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3" name="Footer Placeholder 2">
            <a:extLst>
              <a:ext uri="{FF2B5EF4-FFF2-40B4-BE49-F238E27FC236}">
                <a16:creationId xmlns:a16="http://schemas.microsoft.com/office/drawing/2014/main" id="{AF462602-EE03-FBEA-1DD9-3A803760CB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AB6C05-8E0D-6789-7BC6-C479F5792A54}"/>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3625202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74992-8960-B24A-0FE3-9B5C80EFBD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AA2CFD4-8FDE-7584-7D9C-2F700EB07F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553ED-BE78-8D87-6D8A-22FD0E888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55B0B8-77FE-1FA7-F045-3D235D1F56CD}"/>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6" name="Footer Placeholder 5">
            <a:extLst>
              <a:ext uri="{FF2B5EF4-FFF2-40B4-BE49-F238E27FC236}">
                <a16:creationId xmlns:a16="http://schemas.microsoft.com/office/drawing/2014/main" id="{6068701A-BA8A-5E10-615D-718BD979AA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FA684-C1DD-E2DC-9D13-905B4BAAB4A9}"/>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328222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18D2-DF4A-11C2-CA10-4DEC9C4F4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D6EFB3-CCF4-98F4-A1AE-5DA0D751B7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B3FC53-40AB-B6DD-BEDB-65DF5EFA7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AF6833-3BC6-7396-384F-72F074F12138}"/>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6" name="Footer Placeholder 5">
            <a:extLst>
              <a:ext uri="{FF2B5EF4-FFF2-40B4-BE49-F238E27FC236}">
                <a16:creationId xmlns:a16="http://schemas.microsoft.com/office/drawing/2014/main" id="{2D19760D-3970-533C-0940-EEEBA54C21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74B8EA-95B3-3F9F-40C0-A2C753A69BD8}"/>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1521063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21B32-7169-8083-09B8-EA935B8D70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87C477-3F6A-B303-00E4-7D834C461F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0E919B-D649-06C9-7844-6323F3A94B7C}"/>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5" name="Footer Placeholder 4">
            <a:extLst>
              <a:ext uri="{FF2B5EF4-FFF2-40B4-BE49-F238E27FC236}">
                <a16:creationId xmlns:a16="http://schemas.microsoft.com/office/drawing/2014/main" id="{B6E24BE2-C19C-7B94-71F8-B1C90FA8AA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09EF3E-4D26-BC5C-0F18-AA3DC6CDEEFD}"/>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1137653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20775B-AF32-E71B-739C-CDF32B7D89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D8F028-8FD8-9D51-FF4D-131393E55F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A68F66-B170-9010-C63C-F1AC0B26EB1C}"/>
              </a:ext>
            </a:extLst>
          </p:cNvPr>
          <p:cNvSpPr>
            <a:spLocks noGrp="1"/>
          </p:cNvSpPr>
          <p:nvPr>
            <p:ph type="dt" sz="half" idx="10"/>
          </p:nvPr>
        </p:nvSpPr>
        <p:spPr/>
        <p:txBody>
          <a:bodyPr/>
          <a:lstStyle/>
          <a:p>
            <a:fld id="{5B940C9C-927A-4C2B-9CDF-DE55B2A20E75}" type="datetimeFigureOut">
              <a:rPr lang="en-IN" smtClean="0"/>
              <a:t>02-04-2026</a:t>
            </a:fld>
            <a:endParaRPr lang="en-IN"/>
          </a:p>
        </p:txBody>
      </p:sp>
      <p:sp>
        <p:nvSpPr>
          <p:cNvPr id="5" name="Footer Placeholder 4">
            <a:extLst>
              <a:ext uri="{FF2B5EF4-FFF2-40B4-BE49-F238E27FC236}">
                <a16:creationId xmlns:a16="http://schemas.microsoft.com/office/drawing/2014/main" id="{376BE77D-8E6A-3C90-5C80-E36B9A42DA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709903-49B7-4ADF-2256-127F0D327DE4}"/>
              </a:ext>
            </a:extLst>
          </p:cNvPr>
          <p:cNvSpPr>
            <a:spLocks noGrp="1"/>
          </p:cNvSpPr>
          <p:nvPr>
            <p:ph type="sldNum" sz="quarter" idx="12"/>
          </p:nvPr>
        </p:nvSpPr>
        <p:spPr/>
        <p:txBody>
          <a:bodyPr/>
          <a:lstStyle/>
          <a:p>
            <a:fld id="{04AF41E1-5BB6-4D9D-877F-D5EF364FBC96}" type="slidenum">
              <a:rPr lang="en-IN" smtClean="0"/>
              <a:t>‹#›</a:t>
            </a:fld>
            <a:endParaRPr lang="en-IN"/>
          </a:p>
        </p:txBody>
      </p:sp>
    </p:spTree>
    <p:extLst>
      <p:ext uri="{BB962C8B-B14F-4D97-AF65-F5344CB8AC3E}">
        <p14:creationId xmlns:p14="http://schemas.microsoft.com/office/powerpoint/2010/main" val="2412182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B40266-1DEF-E0BE-7036-3E17D5F301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608D01-273D-EBBA-140E-2BF36C21C6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085E93-44FC-7FB9-0C32-F74E42845E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940C9C-927A-4C2B-9CDF-DE55B2A20E75}" type="datetimeFigureOut">
              <a:rPr lang="en-IN" smtClean="0"/>
              <a:t>02-04-2026</a:t>
            </a:fld>
            <a:endParaRPr lang="en-IN"/>
          </a:p>
        </p:txBody>
      </p:sp>
      <p:sp>
        <p:nvSpPr>
          <p:cNvPr id="5" name="Footer Placeholder 4">
            <a:extLst>
              <a:ext uri="{FF2B5EF4-FFF2-40B4-BE49-F238E27FC236}">
                <a16:creationId xmlns:a16="http://schemas.microsoft.com/office/drawing/2014/main" id="{6F609B81-1E98-31C7-C0E4-2DE97D7BFF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3E0D75F-E6C2-47A6-035E-0B75F1662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AF41E1-5BB6-4D9D-877F-D5EF364FBC96}" type="slidenum">
              <a:rPr lang="en-IN" smtClean="0"/>
              <a:t>‹#›</a:t>
            </a:fld>
            <a:endParaRPr lang="en-IN"/>
          </a:p>
        </p:txBody>
      </p:sp>
    </p:spTree>
    <p:extLst>
      <p:ext uri="{BB962C8B-B14F-4D97-AF65-F5344CB8AC3E}">
        <p14:creationId xmlns:p14="http://schemas.microsoft.com/office/powerpoint/2010/main" val="2013109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75F87D-A014-BC20-E83A-291A254AB1E2}"/>
              </a:ext>
            </a:extLst>
          </p:cNvPr>
          <p:cNvSpPr>
            <a:spLocks noGrp="1"/>
          </p:cNvSpPr>
          <p:nvPr>
            <p:ph type="ctrTitle"/>
          </p:nvPr>
        </p:nvSpPr>
        <p:spPr>
          <a:xfrm>
            <a:off x="838200" y="963507"/>
            <a:ext cx="3494362" cy="4930986"/>
          </a:xfrm>
        </p:spPr>
        <p:txBody>
          <a:bodyPr vert="horz" lIns="91440" tIns="45720" rIns="91440" bIns="45720" rtlCol="0" anchor="ctr">
            <a:normAutofit/>
          </a:bodyPr>
          <a:lstStyle/>
          <a:p>
            <a:pPr algn="r"/>
            <a:r>
              <a:rPr lang="en-US" sz="4400" kern="1200">
                <a:solidFill>
                  <a:schemeClr val="accent1"/>
                </a:solidFill>
                <a:latin typeface="+mj-lt"/>
                <a:ea typeface="+mj-ea"/>
                <a:cs typeface="+mj-cs"/>
              </a:rPr>
              <a:t>The GenAI Augmentation Paradox</a:t>
            </a:r>
          </a:p>
        </p:txBody>
      </p:sp>
      <p:cxnSp>
        <p:nvCxnSpPr>
          <p:cNvPr id="12" name="Straight Connector 11">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0012BDAA-ACAA-D46E-A904-D271C5BB8F55}"/>
              </a:ext>
            </a:extLst>
          </p:cNvPr>
          <p:cNvSpPr>
            <a:spLocks noGrp="1"/>
          </p:cNvSpPr>
          <p:nvPr>
            <p:ph type="subTitle" idx="1"/>
          </p:nvPr>
        </p:nvSpPr>
        <p:spPr>
          <a:xfrm>
            <a:off x="4976030" y="963507"/>
            <a:ext cx="6250940" cy="2304627"/>
          </a:xfrm>
        </p:spPr>
        <p:txBody>
          <a:bodyPr vert="horz" lIns="91440" tIns="45720" rIns="91440" bIns="45720" rtlCol="0" anchor="b">
            <a:normAutofit/>
          </a:bodyPr>
          <a:lstStyle/>
          <a:p>
            <a:pPr algn="l"/>
            <a:r>
              <a:rPr lang="en-US" sz="2000" dirty="0"/>
              <a:t>Evaluating Synthetic Data in Low-Data Image Classification</a:t>
            </a:r>
          </a:p>
        </p:txBody>
      </p:sp>
      <p:sp>
        <p:nvSpPr>
          <p:cNvPr id="5" name="TextBox 4">
            <a:extLst>
              <a:ext uri="{FF2B5EF4-FFF2-40B4-BE49-F238E27FC236}">
                <a16:creationId xmlns:a16="http://schemas.microsoft.com/office/drawing/2014/main" id="{DB7D2893-9DDE-2468-8005-FB1408BC5B38}"/>
              </a:ext>
            </a:extLst>
          </p:cNvPr>
          <p:cNvSpPr txBox="1"/>
          <p:nvPr/>
        </p:nvSpPr>
        <p:spPr>
          <a:xfrm>
            <a:off x="4976030" y="3589866"/>
            <a:ext cx="6250940" cy="2304628"/>
          </a:xfrm>
          <a:prstGeom prst="rect">
            <a:avLst/>
          </a:prstGeom>
        </p:spPr>
        <p:txBody>
          <a:bodyPr vert="horz" lIns="91440" tIns="45720" rIns="91440" bIns="45720" rtlCol="0">
            <a:normAutofit/>
          </a:bodyPr>
          <a:lstStyle/>
          <a:p>
            <a:pPr>
              <a:lnSpc>
                <a:spcPct val="90000"/>
              </a:lnSpc>
              <a:spcAft>
                <a:spcPts val="600"/>
              </a:spcAft>
            </a:pPr>
            <a:r>
              <a:rPr lang="en-US" sz="2000" dirty="0"/>
              <a:t>Akul Ameya • Nhat Quang Bui • Aayush Aneja • Cahyani </a:t>
            </a:r>
            <a:r>
              <a:rPr lang="en-US" sz="2000" dirty="0" err="1"/>
              <a:t>Karunia</a:t>
            </a:r>
            <a:r>
              <a:rPr lang="en-US" sz="2000" dirty="0"/>
              <a:t> Putri</a:t>
            </a:r>
          </a:p>
        </p:txBody>
      </p:sp>
    </p:spTree>
    <p:extLst>
      <p:ext uri="{BB962C8B-B14F-4D97-AF65-F5344CB8AC3E}">
        <p14:creationId xmlns:p14="http://schemas.microsoft.com/office/powerpoint/2010/main" val="1509756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56C14E-E236-971C-2611-5D0BA36B18B7}"/>
              </a:ext>
            </a:extLst>
          </p:cNvPr>
          <p:cNvSpPr>
            <a:spLocks noGrp="1"/>
          </p:cNvSpPr>
          <p:nvPr>
            <p:ph type="title"/>
          </p:nvPr>
        </p:nvSpPr>
        <p:spPr>
          <a:xfrm>
            <a:off x="838200" y="556995"/>
            <a:ext cx="10515600" cy="1133693"/>
          </a:xfrm>
        </p:spPr>
        <p:txBody>
          <a:bodyPr>
            <a:normAutofit/>
          </a:bodyPr>
          <a:lstStyle/>
          <a:p>
            <a:r>
              <a:rPr lang="en-IN" sz="5200"/>
              <a:t>Motivation</a:t>
            </a:r>
          </a:p>
        </p:txBody>
      </p:sp>
      <p:graphicFrame>
        <p:nvGraphicFramePr>
          <p:cNvPr id="5" name="Content Placeholder 2">
            <a:extLst>
              <a:ext uri="{FF2B5EF4-FFF2-40B4-BE49-F238E27FC236}">
                <a16:creationId xmlns:a16="http://schemas.microsoft.com/office/drawing/2014/main" id="{0FDB384E-A38E-C670-1C9C-00047627720D}"/>
              </a:ext>
            </a:extLst>
          </p:cNvPr>
          <p:cNvGraphicFramePr>
            <a:graphicFrameLocks noGrp="1"/>
          </p:cNvGraphicFramePr>
          <p:nvPr>
            <p:ph idx="1"/>
            <p:extLst>
              <p:ext uri="{D42A27DB-BD31-4B8C-83A1-F6EECF244321}">
                <p14:modId xmlns:p14="http://schemas.microsoft.com/office/powerpoint/2010/main" val="6088677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9081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3D3CB-E114-7BD0-6C78-04FCE63E3EA7}"/>
              </a:ext>
            </a:extLst>
          </p:cNvPr>
          <p:cNvSpPr>
            <a:spLocks noGrp="1"/>
          </p:cNvSpPr>
          <p:nvPr>
            <p:ph type="title"/>
          </p:nvPr>
        </p:nvSpPr>
        <p:spPr>
          <a:xfrm>
            <a:off x="1285240" y="1050595"/>
            <a:ext cx="8074815" cy="1618489"/>
          </a:xfrm>
        </p:spPr>
        <p:txBody>
          <a:bodyPr anchor="ctr">
            <a:normAutofit/>
          </a:bodyPr>
          <a:lstStyle/>
          <a:p>
            <a:r>
              <a:rPr lang="en-IN" sz="7200"/>
              <a:t>Research Questions</a:t>
            </a:r>
          </a:p>
        </p:txBody>
      </p:sp>
      <p:sp>
        <p:nvSpPr>
          <p:cNvPr id="3" name="Content Placeholder 2">
            <a:extLst>
              <a:ext uri="{FF2B5EF4-FFF2-40B4-BE49-F238E27FC236}">
                <a16:creationId xmlns:a16="http://schemas.microsoft.com/office/drawing/2014/main" id="{A7F7140E-A809-23D0-EA4B-BC96C70251B2}"/>
              </a:ext>
            </a:extLst>
          </p:cNvPr>
          <p:cNvSpPr>
            <a:spLocks noGrp="1"/>
          </p:cNvSpPr>
          <p:nvPr>
            <p:ph idx="1"/>
          </p:nvPr>
        </p:nvSpPr>
        <p:spPr>
          <a:xfrm>
            <a:off x="1285240" y="2969469"/>
            <a:ext cx="8074815" cy="2800395"/>
          </a:xfrm>
        </p:spPr>
        <p:txBody>
          <a:bodyPr anchor="t">
            <a:normAutofit/>
          </a:bodyPr>
          <a:lstStyle/>
          <a:p>
            <a:r>
              <a:rPr lang="en-US" sz="2000"/>
              <a:t>Does synthetic data recover performance toward a full-data ceiling?</a:t>
            </a:r>
          </a:p>
          <a:p>
            <a:pPr marL="0" indent="0">
              <a:buNone/>
            </a:pPr>
            <a:endParaRPr lang="en-US" sz="2000"/>
          </a:p>
          <a:p>
            <a:r>
              <a:rPr lang="en-US" sz="2000"/>
              <a:t>Does performance scale with synthetic volume?</a:t>
            </a:r>
          </a:p>
          <a:p>
            <a:pPr marL="0" indent="0">
              <a:buNone/>
            </a:pPr>
            <a:endParaRPr lang="en-US" sz="2000"/>
          </a:p>
          <a:p>
            <a:r>
              <a:rPr lang="en-US" sz="2000"/>
              <a:t>Does class-aware allocation outperform uniform augmentation?</a:t>
            </a:r>
          </a:p>
          <a:p>
            <a:pPr marL="0" indent="0">
              <a:buNone/>
            </a:pPr>
            <a:endParaRPr lang="en-US" sz="2000"/>
          </a:p>
          <a:p>
            <a:r>
              <a:rPr lang="en-US" sz="2000"/>
              <a:t>Are gains real across calibration, robustness, and representation?</a:t>
            </a:r>
            <a:endParaRPr lang="en-IN" sz="2000"/>
          </a:p>
        </p:txBody>
      </p:sp>
    </p:spTree>
    <p:extLst>
      <p:ext uri="{BB962C8B-B14F-4D97-AF65-F5344CB8AC3E}">
        <p14:creationId xmlns:p14="http://schemas.microsoft.com/office/powerpoint/2010/main" val="3223503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DA6A5-56B9-A610-69E2-2FEB994E2AC5}"/>
              </a:ext>
            </a:extLst>
          </p:cNvPr>
          <p:cNvSpPr>
            <a:spLocks noGrp="1"/>
          </p:cNvSpPr>
          <p:nvPr>
            <p:ph type="title"/>
          </p:nvPr>
        </p:nvSpPr>
        <p:spPr/>
        <p:txBody>
          <a:bodyPr/>
          <a:lstStyle/>
          <a:p>
            <a:r>
              <a:rPr lang="en-IN" dirty="0"/>
              <a:t>Experimental Setup</a:t>
            </a:r>
          </a:p>
        </p:txBody>
      </p:sp>
      <p:graphicFrame>
        <p:nvGraphicFramePr>
          <p:cNvPr id="5" name="Content Placeholder 2">
            <a:extLst>
              <a:ext uri="{FF2B5EF4-FFF2-40B4-BE49-F238E27FC236}">
                <a16:creationId xmlns:a16="http://schemas.microsoft.com/office/drawing/2014/main" id="{F6352A4C-FE3E-E8B4-4609-D03D471DB59A}"/>
              </a:ext>
            </a:extLst>
          </p:cNvPr>
          <p:cNvGraphicFramePr>
            <a:graphicFrameLocks noGrp="1"/>
          </p:cNvGraphicFramePr>
          <p:nvPr>
            <p:ph idx="1"/>
          </p:nvPr>
        </p:nvGraphicFramePr>
        <p:xfrm>
          <a:off x="838200" y="1825625"/>
          <a:ext cx="6948055"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8110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26A3E1-8554-E9D8-D015-A1559DD531AB}"/>
              </a:ext>
            </a:extLst>
          </p:cNvPr>
          <p:cNvSpPr>
            <a:spLocks noGrp="1"/>
          </p:cNvSpPr>
          <p:nvPr>
            <p:ph type="title"/>
          </p:nvPr>
        </p:nvSpPr>
        <p:spPr>
          <a:xfrm>
            <a:off x="1115568" y="548640"/>
            <a:ext cx="10168128" cy="1179576"/>
          </a:xfrm>
        </p:spPr>
        <p:txBody>
          <a:bodyPr>
            <a:normAutofit/>
          </a:bodyPr>
          <a:lstStyle/>
          <a:p>
            <a:r>
              <a:rPr lang="en-IN" sz="4000"/>
              <a:t>Dose–Response Framework</a:t>
            </a:r>
          </a:p>
        </p:txBody>
      </p:sp>
      <p:sp>
        <p:nvSpPr>
          <p:cNvPr id="16" name="Rectangle 1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F9724D8-AD92-3637-473E-CF1644267680}"/>
              </a:ext>
            </a:extLst>
          </p:cNvPr>
          <p:cNvPicPr>
            <a:picLocks noChangeAspect="1"/>
          </p:cNvPicPr>
          <p:nvPr/>
        </p:nvPicPr>
        <p:blipFill>
          <a:blip r:embed="rId3">
            <a:extLst>
              <a:ext uri="{28A0092B-C50C-407E-A947-70E740481C1C}">
                <a14:useLocalDpi xmlns:a14="http://schemas.microsoft.com/office/drawing/2010/main" val="0"/>
              </a:ext>
            </a:extLst>
          </a:blip>
          <a:srcRect r="2" b="6868"/>
          <a:stretch>
            <a:fillRect/>
          </a:stretch>
        </p:blipFill>
        <p:spPr>
          <a:xfrm>
            <a:off x="908304" y="2478024"/>
            <a:ext cx="6009855" cy="3694176"/>
          </a:xfrm>
          <a:prstGeom prst="rect">
            <a:avLst/>
          </a:prstGeom>
        </p:spPr>
      </p:pic>
      <p:sp>
        <p:nvSpPr>
          <p:cNvPr id="3" name="Content Placeholder 2">
            <a:extLst>
              <a:ext uri="{FF2B5EF4-FFF2-40B4-BE49-F238E27FC236}">
                <a16:creationId xmlns:a16="http://schemas.microsoft.com/office/drawing/2014/main" id="{7C18FB98-49F6-6F06-0436-A27304158B2A}"/>
              </a:ext>
            </a:extLst>
          </p:cNvPr>
          <p:cNvSpPr>
            <a:spLocks noGrp="1"/>
          </p:cNvSpPr>
          <p:nvPr>
            <p:ph idx="1"/>
          </p:nvPr>
        </p:nvSpPr>
        <p:spPr>
          <a:xfrm>
            <a:off x="7411453" y="2478024"/>
            <a:ext cx="3872243" cy="3694176"/>
          </a:xfrm>
        </p:spPr>
        <p:txBody>
          <a:bodyPr anchor="ctr">
            <a:normAutofit/>
          </a:bodyPr>
          <a:lstStyle/>
          <a:p>
            <a:r>
              <a:rPr lang="en-US" sz="1800"/>
              <a:t>Treat synthetic volume as independent variable</a:t>
            </a:r>
          </a:p>
          <a:p>
            <a:pPr marL="0" indent="0">
              <a:buNone/>
            </a:pPr>
            <a:endParaRPr lang="en-US" sz="1800"/>
          </a:p>
          <a:p>
            <a:r>
              <a:rPr lang="en-US" sz="1800"/>
              <a:t>Measure response across multiple axes</a:t>
            </a:r>
          </a:p>
          <a:p>
            <a:pPr marL="0" indent="0">
              <a:buNone/>
            </a:pPr>
            <a:endParaRPr lang="en-US" sz="1800"/>
          </a:p>
          <a:p>
            <a:r>
              <a:rPr lang="en-US" sz="1800"/>
              <a:t>Not "does it help?" → "how much, and when does it stop?"</a:t>
            </a:r>
            <a:endParaRPr lang="en-IN" sz="1800"/>
          </a:p>
        </p:txBody>
      </p:sp>
    </p:spTree>
    <p:extLst>
      <p:ext uri="{BB962C8B-B14F-4D97-AF65-F5344CB8AC3E}">
        <p14:creationId xmlns:p14="http://schemas.microsoft.com/office/powerpoint/2010/main" val="159204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Arc 3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3806FE-DA97-8BF7-5E24-F9BF8900CE54}"/>
              </a:ext>
            </a:extLst>
          </p:cNvPr>
          <p:cNvSpPr>
            <a:spLocks noGrp="1"/>
          </p:cNvSpPr>
          <p:nvPr>
            <p:ph type="title"/>
          </p:nvPr>
        </p:nvSpPr>
        <p:spPr>
          <a:xfrm>
            <a:off x="5894962" y="479493"/>
            <a:ext cx="5458838" cy="1325563"/>
          </a:xfrm>
        </p:spPr>
        <p:txBody>
          <a:bodyPr>
            <a:normAutofit/>
          </a:bodyPr>
          <a:lstStyle/>
          <a:p>
            <a:r>
              <a:rPr lang="en-IN"/>
              <a:t>Main Accuracy Results</a:t>
            </a:r>
            <a:endParaRPr lang="en-IN" dirty="0"/>
          </a:p>
        </p:txBody>
      </p:sp>
      <p:sp>
        <p:nvSpPr>
          <p:cNvPr id="32" name="Freeform: Shape 3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AF9927F-6827-F4CF-DB4B-85CBDF3BBF3D}"/>
              </a:ext>
            </a:extLst>
          </p:cNvPr>
          <p:cNvSpPr>
            <a:spLocks noGrp="1"/>
          </p:cNvSpPr>
          <p:nvPr>
            <p:ph idx="1"/>
          </p:nvPr>
        </p:nvSpPr>
        <p:spPr>
          <a:xfrm>
            <a:off x="5894962" y="1984443"/>
            <a:ext cx="5458838" cy="4192520"/>
          </a:xfrm>
        </p:spPr>
        <p:txBody>
          <a:bodyPr>
            <a:normAutofit/>
          </a:bodyPr>
          <a:lstStyle/>
          <a:p>
            <a:r>
              <a:rPr lang="en-US" sz="2400" dirty="0"/>
              <a:t>Baseline: 49.44% → Uniform 5×: 51.65% (+2.21pp)</a:t>
            </a:r>
          </a:p>
          <a:p>
            <a:endParaRPr lang="en-US" sz="2400" dirty="0"/>
          </a:p>
          <a:p>
            <a:r>
              <a:rPr lang="en-US" sz="2400" dirty="0"/>
              <a:t>10×: 49.98%, 15×: 49.85% — saturation</a:t>
            </a:r>
          </a:p>
          <a:p>
            <a:endParaRPr lang="en-US" sz="2400" dirty="0"/>
          </a:p>
          <a:p>
            <a:r>
              <a:rPr lang="en-US" sz="2400" dirty="0"/>
              <a:t>Ceiling: 70.99% — gap of 21.55pp</a:t>
            </a:r>
          </a:p>
          <a:p>
            <a:endParaRPr lang="en-US" sz="2400" dirty="0"/>
          </a:p>
          <a:p>
            <a:r>
              <a:rPr lang="en-US" sz="2400" dirty="0"/>
              <a:t>Normalized gain at 5×: only 10.3% of recoverable gap</a:t>
            </a:r>
            <a:endParaRPr lang="en-IN" sz="2400" dirty="0"/>
          </a:p>
        </p:txBody>
      </p:sp>
      <p:graphicFrame>
        <p:nvGraphicFramePr>
          <p:cNvPr id="4" name="Table 3">
            <a:extLst>
              <a:ext uri="{FF2B5EF4-FFF2-40B4-BE49-F238E27FC236}">
                <a16:creationId xmlns:a16="http://schemas.microsoft.com/office/drawing/2014/main" id="{C0C17881-624A-8976-63B5-B0C693B44F92}"/>
              </a:ext>
            </a:extLst>
          </p:cNvPr>
          <p:cNvGraphicFramePr>
            <a:graphicFrameLocks noGrp="1"/>
          </p:cNvGraphicFramePr>
          <p:nvPr>
            <p:extLst>
              <p:ext uri="{D42A27DB-BD31-4B8C-83A1-F6EECF244321}">
                <p14:modId xmlns:p14="http://schemas.microsoft.com/office/powerpoint/2010/main" val="2082800925"/>
              </p:ext>
            </p:extLst>
          </p:nvPr>
        </p:nvGraphicFramePr>
        <p:xfrm>
          <a:off x="489527" y="1362848"/>
          <a:ext cx="4991039" cy="4048274"/>
        </p:xfrm>
        <a:graphic>
          <a:graphicData uri="http://schemas.openxmlformats.org/drawingml/2006/table">
            <a:tbl>
              <a:tblPr firstRow="1" bandRow="1">
                <a:noFill/>
                <a:tableStyleId>{5C22544A-7EE6-4342-B048-85BDC9FD1C3A}</a:tableStyleId>
              </a:tblPr>
              <a:tblGrid>
                <a:gridCol w="1270162">
                  <a:extLst>
                    <a:ext uri="{9D8B030D-6E8A-4147-A177-3AD203B41FA5}">
                      <a16:colId xmlns:a16="http://schemas.microsoft.com/office/drawing/2014/main" val="462965389"/>
                    </a:ext>
                  </a:extLst>
                </a:gridCol>
                <a:gridCol w="703564">
                  <a:extLst>
                    <a:ext uri="{9D8B030D-6E8A-4147-A177-3AD203B41FA5}">
                      <a16:colId xmlns:a16="http://schemas.microsoft.com/office/drawing/2014/main" val="1532703423"/>
                    </a:ext>
                  </a:extLst>
                </a:gridCol>
                <a:gridCol w="703564">
                  <a:extLst>
                    <a:ext uri="{9D8B030D-6E8A-4147-A177-3AD203B41FA5}">
                      <a16:colId xmlns:a16="http://schemas.microsoft.com/office/drawing/2014/main" val="375340140"/>
                    </a:ext>
                  </a:extLst>
                </a:gridCol>
                <a:gridCol w="804327">
                  <a:extLst>
                    <a:ext uri="{9D8B030D-6E8A-4147-A177-3AD203B41FA5}">
                      <a16:colId xmlns:a16="http://schemas.microsoft.com/office/drawing/2014/main" val="779550479"/>
                    </a:ext>
                  </a:extLst>
                </a:gridCol>
                <a:gridCol w="805858">
                  <a:extLst>
                    <a:ext uri="{9D8B030D-6E8A-4147-A177-3AD203B41FA5}">
                      <a16:colId xmlns:a16="http://schemas.microsoft.com/office/drawing/2014/main" val="318390694"/>
                    </a:ext>
                  </a:extLst>
                </a:gridCol>
                <a:gridCol w="703564">
                  <a:extLst>
                    <a:ext uri="{9D8B030D-6E8A-4147-A177-3AD203B41FA5}">
                      <a16:colId xmlns:a16="http://schemas.microsoft.com/office/drawing/2014/main" val="1035844056"/>
                    </a:ext>
                  </a:extLst>
                </a:gridCol>
              </a:tblGrid>
              <a:tr h="540350">
                <a:tc>
                  <a:txBody>
                    <a:bodyPr/>
                    <a:lstStyle/>
                    <a:p>
                      <a:pPr marL="0" marR="0" algn="ctr">
                        <a:buNone/>
                      </a:pPr>
                      <a:r>
                        <a:rPr lang="en-US" sz="1500" b="1" cap="all" spc="60" dirty="0">
                          <a:solidFill>
                            <a:schemeClr val="tx1"/>
                          </a:solidFill>
                          <a:effectLst/>
                        </a:rPr>
                        <a:t>Pipeline</a:t>
                      </a:r>
                      <a:endParaRPr lang="en-IN" sz="1500" b="1" cap="all" spc="60" dirty="0">
                        <a:solidFill>
                          <a:schemeClr val="tx1"/>
                        </a:solidFill>
                        <a:effectLst/>
                        <a:latin typeface="Times New Roman" panose="02020603050405020304" pitchFamily="18" charset="0"/>
                        <a:ea typeface="SimSun" panose="02010600030101010101" pitchFamily="2" charset="-122"/>
                      </a:endParaRPr>
                    </a:p>
                  </a:txBody>
                  <a:tcPr marL="47083" marR="47083" marT="84430" marB="84430" anchor="b">
                    <a:lnL w="12700" cmpd="sng">
                      <a:noFill/>
                    </a:lnL>
                    <a:lnR w="12700" cmpd="sng">
                      <a:noFill/>
                    </a:lnR>
                    <a:lnT w="12700" cmpd="sng">
                      <a:noFill/>
                    </a:lnT>
                    <a:lnB w="38100" cmpd="sng">
                      <a:noFill/>
                    </a:lnB>
                    <a:solidFill>
                      <a:schemeClr val="bg1">
                        <a:lumMod val="95000"/>
                      </a:schemeClr>
                    </a:solidFill>
                  </a:tcPr>
                </a:tc>
                <a:tc>
                  <a:txBody>
                    <a:bodyPr/>
                    <a:lstStyle/>
                    <a:p>
                      <a:pPr marL="0" marR="0" algn="ctr">
                        <a:buNone/>
                      </a:pPr>
                      <a:r>
                        <a:rPr lang="en-US" sz="1500" b="1" cap="all" spc="60" dirty="0">
                          <a:solidFill>
                            <a:schemeClr val="tx1"/>
                          </a:solidFill>
                          <a:effectLst/>
                        </a:rPr>
                        <a:t>Top-1 (%)</a:t>
                      </a:r>
                      <a:endParaRPr lang="en-IN" sz="1500" b="1" i="1" cap="all" spc="60" dirty="0">
                        <a:solidFill>
                          <a:schemeClr val="tx1"/>
                        </a:solidFill>
                        <a:effectLst/>
                        <a:latin typeface="Times New Roman" panose="02020603050405020304" pitchFamily="18" charset="0"/>
                        <a:ea typeface="SimSun" panose="02010600030101010101" pitchFamily="2" charset="-122"/>
                      </a:endParaRPr>
                    </a:p>
                  </a:txBody>
                  <a:tcPr marL="47083" marR="47083" marT="84430" marB="84430" anchor="b">
                    <a:lnL w="12700" cmpd="sng">
                      <a:noFill/>
                    </a:lnL>
                    <a:lnR w="12700" cmpd="sng">
                      <a:noFill/>
                    </a:lnR>
                    <a:lnT w="12700" cmpd="sng">
                      <a:noFill/>
                    </a:lnT>
                    <a:lnB w="38100" cmpd="sng">
                      <a:noFill/>
                    </a:lnB>
                    <a:solidFill>
                      <a:schemeClr val="bg1">
                        <a:lumMod val="95000"/>
                      </a:schemeClr>
                    </a:solidFill>
                  </a:tcPr>
                </a:tc>
                <a:tc>
                  <a:txBody>
                    <a:bodyPr/>
                    <a:lstStyle/>
                    <a:p>
                      <a:pPr marL="0" marR="0" algn="ctr">
                        <a:buNone/>
                      </a:pPr>
                      <a:r>
                        <a:rPr lang="en-US" sz="1500" b="1" cap="all" spc="60" dirty="0">
                          <a:solidFill>
                            <a:schemeClr val="tx1"/>
                          </a:solidFill>
                          <a:effectLst/>
                        </a:rPr>
                        <a:t>Top-5 (%)</a:t>
                      </a:r>
                      <a:endParaRPr lang="en-IN" sz="1500" b="1" i="1" cap="all" spc="60" dirty="0">
                        <a:solidFill>
                          <a:schemeClr val="tx1"/>
                        </a:solidFill>
                        <a:effectLst/>
                        <a:latin typeface="Times New Roman" panose="02020603050405020304" pitchFamily="18" charset="0"/>
                        <a:ea typeface="SimSun" panose="02010600030101010101" pitchFamily="2" charset="-122"/>
                      </a:endParaRPr>
                    </a:p>
                  </a:txBody>
                  <a:tcPr marL="47083" marR="47083" marT="84430" marB="84430" anchor="b">
                    <a:lnL w="12700" cmpd="sng">
                      <a:noFill/>
                    </a:lnL>
                    <a:lnR w="12700" cmpd="sng">
                      <a:noFill/>
                    </a:lnR>
                    <a:lnT w="12700" cmpd="sng">
                      <a:noFill/>
                    </a:lnT>
                    <a:lnB w="38100" cmpd="sng">
                      <a:noFill/>
                    </a:lnB>
                    <a:solidFill>
                      <a:schemeClr val="bg1">
                        <a:lumMod val="95000"/>
                      </a:schemeClr>
                    </a:solidFill>
                  </a:tcPr>
                </a:tc>
                <a:tc>
                  <a:txBody>
                    <a:bodyPr/>
                    <a:lstStyle/>
                    <a:p>
                      <a:pPr marL="0" marR="0" algn="ctr">
                        <a:buNone/>
                      </a:pPr>
                      <a:r>
                        <a:rPr lang="en-US" sz="1500" b="1" cap="all" spc="60" dirty="0">
                          <a:solidFill>
                            <a:schemeClr val="tx1"/>
                          </a:solidFill>
                          <a:effectLst/>
                        </a:rPr>
                        <a:t>Macro (%)</a:t>
                      </a:r>
                      <a:endParaRPr lang="en-IN" sz="1500" b="1" i="1" cap="all" spc="60" dirty="0">
                        <a:solidFill>
                          <a:schemeClr val="tx1"/>
                        </a:solidFill>
                        <a:effectLst/>
                        <a:latin typeface="Times New Roman" panose="02020603050405020304" pitchFamily="18" charset="0"/>
                        <a:ea typeface="SimSun" panose="02010600030101010101" pitchFamily="2" charset="-122"/>
                      </a:endParaRPr>
                    </a:p>
                  </a:txBody>
                  <a:tcPr marL="47083" marR="47083" marT="84430" marB="84430" anchor="b">
                    <a:lnL w="12700" cmpd="sng">
                      <a:noFill/>
                    </a:lnL>
                    <a:lnR w="12700" cmpd="sng">
                      <a:noFill/>
                    </a:lnR>
                    <a:lnT w="12700" cmpd="sng">
                      <a:noFill/>
                    </a:lnT>
                    <a:lnB w="38100" cmpd="sng">
                      <a:noFill/>
                    </a:lnB>
                    <a:solidFill>
                      <a:schemeClr val="bg1">
                        <a:lumMod val="95000"/>
                      </a:schemeClr>
                    </a:solidFill>
                  </a:tcPr>
                </a:tc>
                <a:tc>
                  <a:txBody>
                    <a:bodyPr/>
                    <a:lstStyle/>
                    <a:p>
                      <a:pPr marL="0" marR="0" algn="ctr">
                        <a:buNone/>
                      </a:pPr>
                      <a:r>
                        <a:rPr lang="en-US" sz="1500" b="1" cap="all" spc="60" dirty="0">
                          <a:solidFill>
                            <a:schemeClr val="tx1"/>
                          </a:solidFill>
                          <a:effectLst/>
                        </a:rPr>
                        <a:t>Worst-20 (%)</a:t>
                      </a:r>
                      <a:endParaRPr lang="en-IN" sz="1500" b="1" i="1" cap="all" spc="60" dirty="0">
                        <a:solidFill>
                          <a:schemeClr val="tx1"/>
                        </a:solidFill>
                        <a:effectLst/>
                        <a:latin typeface="Times New Roman" panose="02020603050405020304" pitchFamily="18" charset="0"/>
                        <a:ea typeface="SimSun" panose="02010600030101010101" pitchFamily="2" charset="-122"/>
                      </a:endParaRPr>
                    </a:p>
                  </a:txBody>
                  <a:tcPr marL="47083" marR="47083" marT="84430" marB="84430" anchor="b">
                    <a:lnL w="12700" cmpd="sng">
                      <a:noFill/>
                    </a:lnL>
                    <a:lnR w="12700" cmpd="sng">
                      <a:noFill/>
                    </a:lnR>
                    <a:lnT w="12700" cmpd="sng">
                      <a:noFill/>
                    </a:lnT>
                    <a:lnB w="38100" cmpd="sng">
                      <a:noFill/>
                    </a:lnB>
                    <a:solidFill>
                      <a:schemeClr val="bg1">
                        <a:lumMod val="95000"/>
                      </a:schemeClr>
                    </a:solidFill>
                  </a:tcPr>
                </a:tc>
                <a:tc>
                  <a:txBody>
                    <a:bodyPr/>
                    <a:lstStyle/>
                    <a:p>
                      <a:pPr marL="0" marR="0" algn="ctr">
                        <a:buNone/>
                      </a:pPr>
                      <a:r>
                        <a:rPr lang="en-US" sz="1500" b="1" cap="all" spc="60" dirty="0">
                          <a:solidFill>
                            <a:schemeClr val="tx1"/>
                          </a:solidFill>
                          <a:effectLst/>
                        </a:rPr>
                        <a:t>ECE</a:t>
                      </a:r>
                      <a:endParaRPr lang="en-IN" sz="1500" b="1" i="1" cap="all" spc="60" dirty="0">
                        <a:solidFill>
                          <a:schemeClr val="tx1"/>
                        </a:solidFill>
                        <a:effectLst/>
                        <a:latin typeface="Times New Roman" panose="02020603050405020304" pitchFamily="18" charset="0"/>
                        <a:ea typeface="SimSun" panose="02010600030101010101" pitchFamily="2" charset="-122"/>
                      </a:endParaRPr>
                    </a:p>
                  </a:txBody>
                  <a:tcPr marL="47083" marR="47083" marT="84430" marB="84430" anchor="b">
                    <a:lnL w="12700" cmpd="sng">
                      <a:noFill/>
                    </a:lnL>
                    <a:lnR w="12700" cmpd="sng">
                      <a:noFill/>
                    </a:lnR>
                    <a:lnT w="12700" cmpd="sng">
                      <a:noFill/>
                    </a:lnT>
                    <a:lnB w="38100" cmpd="sng">
                      <a:noFill/>
                    </a:lnB>
                    <a:solidFill>
                      <a:schemeClr val="bg1">
                        <a:lumMod val="95000"/>
                      </a:schemeClr>
                    </a:solidFill>
                  </a:tcPr>
                </a:tc>
                <a:extLst>
                  <a:ext uri="{0D108BD9-81ED-4DB2-BD59-A6C34878D82A}">
                    <a16:rowId xmlns:a16="http://schemas.microsoft.com/office/drawing/2014/main" val="4283272987"/>
                  </a:ext>
                </a:extLst>
              </a:tr>
              <a:tr h="343347">
                <a:tc>
                  <a:txBody>
                    <a:bodyPr/>
                    <a:lstStyle/>
                    <a:p>
                      <a:pPr marL="0" marR="0" algn="ctr">
                        <a:buNone/>
                      </a:pPr>
                      <a:r>
                        <a:rPr lang="en-US" sz="1500" cap="none" spc="0" dirty="0">
                          <a:solidFill>
                            <a:schemeClr val="tx1"/>
                          </a:solidFill>
                          <a:effectLst/>
                        </a:rPr>
                        <a:t>Baseline</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ap="flat" cmpd="sng" algn="ctr">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49.44</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75.59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49.44</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16.3</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0.151</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extLst>
                  <a:ext uri="{0D108BD9-81ED-4DB2-BD59-A6C34878D82A}">
                    <a16:rowId xmlns:a16="http://schemas.microsoft.com/office/drawing/2014/main" val="1761993007"/>
                  </a:ext>
                </a:extLst>
              </a:tr>
              <a:tr h="343347">
                <a:tc>
                  <a:txBody>
                    <a:bodyPr/>
                    <a:lstStyle/>
                    <a:p>
                      <a:pPr marL="0" marR="0" algn="ctr">
                        <a:buNone/>
                      </a:pPr>
                      <a:r>
                        <a:rPr lang="en-US" sz="1500" cap="none" spc="0" dirty="0">
                          <a:solidFill>
                            <a:schemeClr val="tx1"/>
                          </a:solidFill>
                          <a:effectLst/>
                        </a:rPr>
                        <a:t>Uniform 5x</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51.65</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75.41</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51.65</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21.5</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0.158</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98894558"/>
                  </a:ext>
                </a:extLst>
              </a:tr>
              <a:tr h="343347">
                <a:tc>
                  <a:txBody>
                    <a:bodyPr/>
                    <a:lstStyle/>
                    <a:p>
                      <a:pPr marL="0" marR="0" algn="ctr">
                        <a:buNone/>
                      </a:pPr>
                      <a:r>
                        <a:rPr lang="en-US" sz="1500" cap="none" spc="0">
                          <a:solidFill>
                            <a:schemeClr val="tx1"/>
                          </a:solidFill>
                          <a:effectLst/>
                        </a:rPr>
                        <a:t>Uniform 10x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ap="flat" cmpd="sng" algn="ctr">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49.98</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74.56</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49.98</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20.4</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0.057</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528500691"/>
                  </a:ext>
                </a:extLst>
              </a:tr>
              <a:tr h="343347">
                <a:tc>
                  <a:txBody>
                    <a:bodyPr/>
                    <a:lstStyle/>
                    <a:p>
                      <a:pPr marL="0" marR="0" algn="ctr">
                        <a:buNone/>
                      </a:pPr>
                      <a:r>
                        <a:rPr lang="en-US" sz="1500" cap="none" spc="0">
                          <a:solidFill>
                            <a:schemeClr val="tx1"/>
                          </a:solidFill>
                          <a:effectLst/>
                        </a:rPr>
                        <a:t>Uniform 15x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49.85</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75.72</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49.85</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17.7</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0.069</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94044309"/>
                  </a:ext>
                </a:extLst>
              </a:tr>
              <a:tr h="568493">
                <a:tc>
                  <a:txBody>
                    <a:bodyPr/>
                    <a:lstStyle/>
                    <a:p>
                      <a:pPr marL="0" marR="0" algn="ctr">
                        <a:buNone/>
                      </a:pPr>
                      <a:r>
                        <a:rPr lang="en-US" sz="1500" cap="none" spc="0">
                          <a:solidFill>
                            <a:schemeClr val="tx1"/>
                          </a:solidFill>
                          <a:effectLst/>
                        </a:rPr>
                        <a:t>Adaptive HC 15x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ap="flat" cmpd="sng" algn="ctr">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49.96</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75.22</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49.96</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21.5</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0.057</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669292300"/>
                  </a:ext>
                </a:extLst>
              </a:tr>
              <a:tr h="568493">
                <a:tc>
                  <a:txBody>
                    <a:bodyPr/>
                    <a:lstStyle/>
                    <a:p>
                      <a:pPr marL="0" marR="0" algn="ctr">
                        <a:buNone/>
                      </a:pPr>
                      <a:r>
                        <a:rPr lang="en-US" sz="1500" cap="none" spc="0">
                          <a:solidFill>
                            <a:schemeClr val="tx1"/>
                          </a:solidFill>
                          <a:effectLst/>
                        </a:rPr>
                        <a:t>Adaptive Unc 15x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49.99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75.21</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49.99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20.2</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0.058</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443177730"/>
                  </a:ext>
                </a:extLst>
              </a:tr>
              <a:tr h="568493">
                <a:tc>
                  <a:txBody>
                    <a:bodyPr/>
                    <a:lstStyle/>
                    <a:p>
                      <a:pPr marL="0" marR="0" algn="ctr">
                        <a:buNone/>
                      </a:pPr>
                      <a:r>
                        <a:rPr lang="en-US" sz="1500" cap="none" spc="0">
                          <a:solidFill>
                            <a:schemeClr val="tx1"/>
                          </a:solidFill>
                          <a:effectLst/>
                        </a:rPr>
                        <a:t>Adaptive PU 15x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ap="flat" cmpd="sng" algn="ctr">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49.29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74.90</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49.29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21.4</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0.039</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8864052"/>
                  </a:ext>
                </a:extLst>
              </a:tr>
              <a:tr h="343347">
                <a:tc>
                  <a:txBody>
                    <a:bodyPr/>
                    <a:lstStyle/>
                    <a:p>
                      <a:pPr marL="0" marR="0" algn="ctr">
                        <a:buNone/>
                      </a:pPr>
                      <a:r>
                        <a:rPr lang="en-US" sz="1500" cap="none" spc="0">
                          <a:solidFill>
                            <a:schemeClr val="tx1"/>
                          </a:solidFill>
                          <a:effectLst/>
                        </a:rPr>
                        <a:t>Ceiling</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70.99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89.26</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70.99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a:solidFill>
                            <a:schemeClr val="tx1"/>
                          </a:solidFill>
                          <a:effectLst/>
                        </a:rPr>
                        <a:t>48.6</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gn="ctr">
                        <a:buNone/>
                      </a:pPr>
                      <a:r>
                        <a:rPr lang="en-US" sz="1500" cap="none" spc="0" dirty="0">
                          <a:solidFill>
                            <a:schemeClr val="tx1"/>
                          </a:solidFill>
                          <a:effectLst/>
                        </a:rPr>
                        <a:t>0.082</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7083" marR="47083" marT="0" marB="8443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909436937"/>
                  </a:ext>
                </a:extLst>
              </a:tr>
            </a:tbl>
          </a:graphicData>
        </a:graphic>
      </p:graphicFrame>
    </p:spTree>
    <p:extLst>
      <p:ext uri="{BB962C8B-B14F-4D97-AF65-F5344CB8AC3E}">
        <p14:creationId xmlns:p14="http://schemas.microsoft.com/office/powerpoint/2010/main" val="2035616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2726-FCB8-DF57-B314-48D20737D658}"/>
              </a:ext>
            </a:extLst>
          </p:cNvPr>
          <p:cNvSpPr>
            <a:spLocks noGrp="1"/>
          </p:cNvSpPr>
          <p:nvPr>
            <p:ph type="title"/>
          </p:nvPr>
        </p:nvSpPr>
        <p:spPr/>
        <p:txBody>
          <a:bodyPr/>
          <a:lstStyle/>
          <a:p>
            <a:r>
              <a:rPr lang="en-IN" dirty="0"/>
              <a:t>FID and Synthetic Distribution</a:t>
            </a:r>
          </a:p>
        </p:txBody>
      </p:sp>
      <p:graphicFrame>
        <p:nvGraphicFramePr>
          <p:cNvPr id="5" name="Content Placeholder 2">
            <a:extLst>
              <a:ext uri="{FF2B5EF4-FFF2-40B4-BE49-F238E27FC236}">
                <a16:creationId xmlns:a16="http://schemas.microsoft.com/office/drawing/2014/main" id="{AC3C72EE-50B7-EA22-706B-BB5E1C91D7A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1619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9B47549-1D2C-6C61-2F22-168B18A550D3}"/>
              </a:ext>
            </a:extLst>
          </p:cNvPr>
          <p:cNvSpPr>
            <a:spLocks noGrp="1"/>
          </p:cNvSpPr>
          <p:nvPr>
            <p:ph type="title"/>
          </p:nvPr>
        </p:nvSpPr>
        <p:spPr>
          <a:xfrm>
            <a:off x="1115568" y="548640"/>
            <a:ext cx="10168128" cy="1179576"/>
          </a:xfrm>
        </p:spPr>
        <p:txBody>
          <a:bodyPr>
            <a:normAutofit/>
          </a:bodyPr>
          <a:lstStyle/>
          <a:p>
            <a:r>
              <a:rPr lang="en-IN" sz="4000"/>
              <a:t>Allocation Policy Comparison</a:t>
            </a:r>
          </a:p>
        </p:txBody>
      </p:sp>
      <p:sp>
        <p:nvSpPr>
          <p:cNvPr id="16" name="Rectangle 1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E991652-DC06-90ED-F251-D5E7D1C97C96}"/>
              </a:ext>
            </a:extLst>
          </p:cNvPr>
          <p:cNvPicPr>
            <a:picLocks noChangeAspect="1"/>
          </p:cNvPicPr>
          <p:nvPr/>
        </p:nvPicPr>
        <p:blipFill>
          <a:blip r:embed="rId3">
            <a:extLst>
              <a:ext uri="{28A0092B-C50C-407E-A947-70E740481C1C}">
                <a14:useLocalDpi xmlns:a14="http://schemas.microsoft.com/office/drawing/2010/main" val="0"/>
              </a:ext>
            </a:extLst>
          </a:blip>
          <a:srcRect l="6778" r="2930" b="-3"/>
          <a:stretch>
            <a:fillRect/>
          </a:stretch>
        </p:blipFill>
        <p:spPr>
          <a:xfrm>
            <a:off x="908304" y="2478024"/>
            <a:ext cx="6009855" cy="3694176"/>
          </a:xfrm>
          <a:prstGeom prst="rect">
            <a:avLst/>
          </a:prstGeom>
        </p:spPr>
      </p:pic>
      <p:sp>
        <p:nvSpPr>
          <p:cNvPr id="3" name="Content Placeholder 2">
            <a:extLst>
              <a:ext uri="{FF2B5EF4-FFF2-40B4-BE49-F238E27FC236}">
                <a16:creationId xmlns:a16="http://schemas.microsoft.com/office/drawing/2014/main" id="{60D8B369-4478-50A5-E1EB-B627C314D2A9}"/>
              </a:ext>
            </a:extLst>
          </p:cNvPr>
          <p:cNvSpPr>
            <a:spLocks noGrp="1"/>
          </p:cNvSpPr>
          <p:nvPr>
            <p:ph idx="1"/>
          </p:nvPr>
        </p:nvSpPr>
        <p:spPr>
          <a:xfrm>
            <a:off x="7411453" y="2478024"/>
            <a:ext cx="3872243" cy="3694176"/>
          </a:xfrm>
        </p:spPr>
        <p:txBody>
          <a:bodyPr anchor="ctr">
            <a:normAutofit/>
          </a:bodyPr>
          <a:lstStyle/>
          <a:p>
            <a:r>
              <a:rPr lang="en-US" sz="1800"/>
              <a:t>All three adaptive policies within ≤1pp of uniform at 15×</a:t>
            </a:r>
          </a:p>
          <a:p>
            <a:endParaRPr lang="en-US" sz="1800"/>
          </a:p>
          <a:p>
            <a:r>
              <a:rPr lang="en-US" sz="1800"/>
              <a:t>Predicted-utility ridge R² = 0.013</a:t>
            </a:r>
          </a:p>
          <a:p>
            <a:endParaRPr lang="en-US" sz="1800"/>
          </a:p>
          <a:p>
            <a:r>
              <a:rPr lang="en-US" sz="1800"/>
              <a:t>Per-class utility is nearly unpredictable</a:t>
            </a:r>
            <a:endParaRPr lang="en-IN" sz="1800"/>
          </a:p>
        </p:txBody>
      </p:sp>
    </p:spTree>
    <p:extLst>
      <p:ext uri="{BB962C8B-B14F-4D97-AF65-F5344CB8AC3E}">
        <p14:creationId xmlns:p14="http://schemas.microsoft.com/office/powerpoint/2010/main" val="1538458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F706B70-FAEA-5F9E-7AFF-D3637F22A3AA}"/>
              </a:ext>
            </a:extLst>
          </p:cNvPr>
          <p:cNvSpPr>
            <a:spLocks noGrp="1"/>
          </p:cNvSpPr>
          <p:nvPr>
            <p:ph type="title"/>
          </p:nvPr>
        </p:nvSpPr>
        <p:spPr>
          <a:xfrm>
            <a:off x="1051560" y="586822"/>
            <a:ext cx="3657600" cy="1645920"/>
          </a:xfrm>
        </p:spPr>
        <p:txBody>
          <a:bodyPr>
            <a:normAutofit/>
          </a:bodyPr>
          <a:lstStyle/>
          <a:p>
            <a:r>
              <a:rPr lang="en-IN" sz="3200"/>
              <a:t>Per-Class Impact</a:t>
            </a:r>
          </a:p>
        </p:txBody>
      </p:sp>
      <p:sp>
        <p:nvSpPr>
          <p:cNvPr id="17" name="Rectangle 16">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 name="Rectangle 18">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2E55C91-C7EE-2D52-2F3D-37B159003A1E}"/>
              </a:ext>
            </a:extLst>
          </p:cNvPr>
          <p:cNvSpPr>
            <a:spLocks noGrp="1"/>
          </p:cNvSpPr>
          <p:nvPr>
            <p:ph idx="1"/>
          </p:nvPr>
        </p:nvSpPr>
        <p:spPr>
          <a:xfrm>
            <a:off x="5250106" y="586822"/>
            <a:ext cx="6106742" cy="1645920"/>
          </a:xfrm>
        </p:spPr>
        <p:txBody>
          <a:bodyPr anchor="ctr">
            <a:normAutofit/>
          </a:bodyPr>
          <a:lstStyle/>
          <a:p>
            <a:r>
              <a:rPr lang="en-US" sz="1500"/>
              <a:t>5×: 106 helped, 69 harmed → HHR = 0.185</a:t>
            </a:r>
          </a:p>
          <a:p>
            <a:endParaRPr lang="en-US" sz="1500"/>
          </a:p>
          <a:p>
            <a:r>
              <a:rPr lang="en-US" sz="1500"/>
              <a:t>15×: 90 helped, 86 harmed → HHR = 0.0</a:t>
            </a:r>
          </a:p>
          <a:p>
            <a:endParaRPr lang="en-US" sz="1500"/>
          </a:p>
          <a:p>
            <a:r>
              <a:rPr lang="en-US" sz="1500"/>
              <a:t>Net benefit disappears at scale</a:t>
            </a:r>
            <a:endParaRPr lang="en-IN" sz="1500"/>
          </a:p>
        </p:txBody>
      </p:sp>
      <p:pic>
        <p:nvPicPr>
          <p:cNvPr id="6" name="Picture 5">
            <a:extLst>
              <a:ext uri="{FF2B5EF4-FFF2-40B4-BE49-F238E27FC236}">
                <a16:creationId xmlns:a16="http://schemas.microsoft.com/office/drawing/2014/main" id="{5B682166-0AD9-54A0-1FC4-D8F45A883430}"/>
              </a:ext>
            </a:extLst>
          </p:cNvPr>
          <p:cNvPicPr>
            <a:picLocks noChangeAspect="1"/>
          </p:cNvPicPr>
          <p:nvPr/>
        </p:nvPicPr>
        <p:blipFill>
          <a:blip r:embed="rId3">
            <a:extLst>
              <a:ext uri="{28A0092B-C50C-407E-A947-70E740481C1C}">
                <a14:useLocalDpi xmlns:a14="http://schemas.microsoft.com/office/drawing/2010/main" val="0"/>
              </a:ext>
            </a:extLst>
          </a:blip>
          <a:srcRect t="8859" r="47946"/>
          <a:stretch>
            <a:fillRect/>
          </a:stretch>
        </p:blipFill>
        <p:spPr>
          <a:xfrm>
            <a:off x="557783" y="2875736"/>
            <a:ext cx="5481509" cy="3191186"/>
          </a:xfrm>
          <a:prstGeom prst="rect">
            <a:avLst/>
          </a:prstGeom>
        </p:spPr>
      </p:pic>
      <p:pic>
        <p:nvPicPr>
          <p:cNvPr id="8" name="Picture 7">
            <a:extLst>
              <a:ext uri="{FF2B5EF4-FFF2-40B4-BE49-F238E27FC236}">
                <a16:creationId xmlns:a16="http://schemas.microsoft.com/office/drawing/2014/main" id="{7647BC38-AB7F-B481-199D-CAEE927069B4}"/>
              </a:ext>
            </a:extLst>
          </p:cNvPr>
          <p:cNvPicPr>
            <a:picLocks noChangeAspect="1"/>
          </p:cNvPicPr>
          <p:nvPr/>
        </p:nvPicPr>
        <p:blipFill>
          <a:blip r:embed="rId3">
            <a:extLst>
              <a:ext uri="{28A0092B-C50C-407E-A947-70E740481C1C}">
                <a14:useLocalDpi xmlns:a14="http://schemas.microsoft.com/office/drawing/2010/main" val="0"/>
              </a:ext>
            </a:extLst>
          </a:blip>
          <a:srcRect l="52292" t="10245"/>
          <a:stretch>
            <a:fillRect/>
          </a:stretch>
        </p:blipFill>
        <p:spPr>
          <a:xfrm>
            <a:off x="6198781" y="2743854"/>
            <a:ext cx="5523082" cy="3454949"/>
          </a:xfrm>
          <a:prstGeom prst="rect">
            <a:avLst/>
          </a:prstGeom>
        </p:spPr>
      </p:pic>
    </p:spTree>
    <p:extLst>
      <p:ext uri="{BB962C8B-B14F-4D97-AF65-F5344CB8AC3E}">
        <p14:creationId xmlns:p14="http://schemas.microsoft.com/office/powerpoint/2010/main" val="4236520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4A567F-0C3C-12A3-7764-25525E53EDC5}"/>
              </a:ext>
            </a:extLst>
          </p:cNvPr>
          <p:cNvSpPr>
            <a:spLocks noGrp="1"/>
          </p:cNvSpPr>
          <p:nvPr>
            <p:ph type="title"/>
          </p:nvPr>
        </p:nvSpPr>
        <p:spPr>
          <a:xfrm>
            <a:off x="795528" y="386930"/>
            <a:ext cx="10141799" cy="1300554"/>
          </a:xfrm>
        </p:spPr>
        <p:txBody>
          <a:bodyPr anchor="b">
            <a:normAutofit/>
          </a:bodyPr>
          <a:lstStyle/>
          <a:p>
            <a:r>
              <a:rPr lang="en-IN" sz="4800"/>
              <a:t>Calibration</a:t>
            </a:r>
          </a:p>
        </p:txBody>
      </p:sp>
      <p:sp>
        <p:nvSpPr>
          <p:cNvPr id="11" name="Rectangle 1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C091E0B-A9DD-C7E6-2F4F-D0C604CDB2BB}"/>
              </a:ext>
            </a:extLst>
          </p:cNvPr>
          <p:cNvSpPr>
            <a:spLocks noGrp="1"/>
          </p:cNvSpPr>
          <p:nvPr>
            <p:ph idx="1"/>
          </p:nvPr>
        </p:nvSpPr>
        <p:spPr>
          <a:xfrm>
            <a:off x="6406429" y="2599509"/>
            <a:ext cx="4530898" cy="3639450"/>
          </a:xfrm>
        </p:spPr>
        <p:txBody>
          <a:bodyPr anchor="ctr">
            <a:normAutofit/>
          </a:bodyPr>
          <a:lstStyle/>
          <a:p>
            <a:r>
              <a:rPr lang="en-US" sz="2000" dirty="0"/>
              <a:t>Baseline ECE: 0.151 → Uniform 10×: 0.057 (62% reduction)</a:t>
            </a:r>
          </a:p>
          <a:p>
            <a:endParaRPr lang="en-US" sz="2000" dirty="0"/>
          </a:p>
          <a:p>
            <a:r>
              <a:rPr lang="en-US" sz="2000" dirty="0"/>
              <a:t>Post temperature scaling: all models converge (0.024–0.038)</a:t>
            </a:r>
          </a:p>
          <a:p>
            <a:endParaRPr lang="en-US" sz="2000" dirty="0"/>
          </a:p>
          <a:p>
            <a:r>
              <a:rPr lang="en-US" sz="2000" dirty="0"/>
              <a:t>Augmented models need less aggressive recalibration (T = 0.855 vs 0.754)</a:t>
            </a:r>
            <a:endParaRPr lang="en-IN" sz="2000" dirty="0"/>
          </a:p>
        </p:txBody>
      </p:sp>
      <p:sp>
        <p:nvSpPr>
          <p:cNvPr id="15" name="Rectangle 1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716A9C1E-527F-E1BE-DE8F-2F1BC5991B81}"/>
              </a:ext>
            </a:extLst>
          </p:cNvPr>
          <p:cNvGraphicFramePr>
            <a:graphicFrameLocks noGrp="1"/>
          </p:cNvGraphicFramePr>
          <p:nvPr>
            <p:extLst>
              <p:ext uri="{D42A27DB-BD31-4B8C-83A1-F6EECF244321}">
                <p14:modId xmlns:p14="http://schemas.microsoft.com/office/powerpoint/2010/main" val="2697128786"/>
              </p:ext>
            </p:extLst>
          </p:nvPr>
        </p:nvGraphicFramePr>
        <p:xfrm>
          <a:off x="898568" y="2524715"/>
          <a:ext cx="4623733" cy="3714252"/>
        </p:xfrm>
        <a:graphic>
          <a:graphicData uri="http://schemas.openxmlformats.org/drawingml/2006/table">
            <a:tbl>
              <a:tblPr firstRow="1" bandRow="1">
                <a:tableStyleId>{5940675A-B579-460E-94D1-54222C63F5DA}</a:tableStyleId>
              </a:tblPr>
              <a:tblGrid>
                <a:gridCol w="2045677">
                  <a:extLst>
                    <a:ext uri="{9D8B030D-6E8A-4147-A177-3AD203B41FA5}">
                      <a16:colId xmlns:a16="http://schemas.microsoft.com/office/drawing/2014/main" val="232941050"/>
                    </a:ext>
                  </a:extLst>
                </a:gridCol>
                <a:gridCol w="859578">
                  <a:extLst>
                    <a:ext uri="{9D8B030D-6E8A-4147-A177-3AD203B41FA5}">
                      <a16:colId xmlns:a16="http://schemas.microsoft.com/office/drawing/2014/main" val="3499521540"/>
                    </a:ext>
                  </a:extLst>
                </a:gridCol>
                <a:gridCol w="859578">
                  <a:extLst>
                    <a:ext uri="{9D8B030D-6E8A-4147-A177-3AD203B41FA5}">
                      <a16:colId xmlns:a16="http://schemas.microsoft.com/office/drawing/2014/main" val="2298345225"/>
                    </a:ext>
                  </a:extLst>
                </a:gridCol>
                <a:gridCol w="858900">
                  <a:extLst>
                    <a:ext uri="{9D8B030D-6E8A-4147-A177-3AD203B41FA5}">
                      <a16:colId xmlns:a16="http://schemas.microsoft.com/office/drawing/2014/main" val="1234428021"/>
                    </a:ext>
                  </a:extLst>
                </a:gridCol>
              </a:tblGrid>
              <a:tr h="649486">
                <a:tc>
                  <a:txBody>
                    <a:bodyPr/>
                    <a:lstStyle/>
                    <a:p>
                      <a:pPr marL="0" marR="0" algn="ctr">
                        <a:buNone/>
                      </a:pPr>
                      <a:r>
                        <a:rPr lang="en-US" sz="2000" b="1" dirty="0">
                          <a:effectLst/>
                        </a:rPr>
                        <a:t>Pipeline</a:t>
                      </a:r>
                      <a:endParaRPr lang="en-IN" sz="2700" b="1"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b="1">
                          <a:effectLst/>
                        </a:rPr>
                        <a:t>Raw ECE</a:t>
                      </a:r>
                      <a:endParaRPr lang="en-IN" sz="2000" b="1" i="1">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b="1">
                          <a:effectLst/>
                        </a:rPr>
                        <a:t>T</a:t>
                      </a:r>
                      <a:endParaRPr lang="en-IN" sz="2000" b="1" i="1">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b="1">
                          <a:effectLst/>
                        </a:rPr>
                        <a:t>Cal. ECE</a:t>
                      </a:r>
                      <a:endParaRPr lang="en-IN" sz="2000" b="1" i="1">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2517585"/>
                  </a:ext>
                </a:extLst>
              </a:tr>
              <a:tr h="345040">
                <a:tc>
                  <a:txBody>
                    <a:bodyPr/>
                    <a:lstStyle/>
                    <a:p>
                      <a:pPr marL="0" marR="0" algn="ctr">
                        <a:buNone/>
                      </a:pPr>
                      <a:r>
                        <a:rPr lang="en-US" sz="2000">
                          <a:effectLst/>
                        </a:rPr>
                        <a:t>Baseline</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0.151</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0.754</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0.024</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93327617"/>
                  </a:ext>
                </a:extLst>
              </a:tr>
              <a:tr h="345040">
                <a:tc>
                  <a:txBody>
                    <a:bodyPr/>
                    <a:lstStyle/>
                    <a:p>
                      <a:pPr marL="0" marR="0" algn="ctr">
                        <a:buNone/>
                      </a:pPr>
                      <a:r>
                        <a:rPr lang="en-US" sz="2000" dirty="0">
                          <a:effectLst/>
                        </a:rPr>
                        <a:t>Uniform 5x</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0.158</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0.754</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0.038</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8544770"/>
                  </a:ext>
                </a:extLst>
              </a:tr>
              <a:tr h="345040">
                <a:tc>
                  <a:txBody>
                    <a:bodyPr/>
                    <a:lstStyle/>
                    <a:p>
                      <a:pPr marL="0" marR="0" algn="ctr">
                        <a:buNone/>
                      </a:pPr>
                      <a:r>
                        <a:rPr lang="en-US" sz="2000">
                          <a:effectLst/>
                        </a:rPr>
                        <a:t>Uniform 10x</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0.057</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0.855</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0.030</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36854798"/>
                  </a:ext>
                </a:extLst>
              </a:tr>
              <a:tr h="345040">
                <a:tc>
                  <a:txBody>
                    <a:bodyPr/>
                    <a:lstStyle/>
                    <a:p>
                      <a:pPr marL="0" marR="0" algn="ctr">
                        <a:buNone/>
                      </a:pPr>
                      <a:r>
                        <a:rPr lang="en-US" sz="2000" dirty="0">
                          <a:effectLst/>
                        </a:rPr>
                        <a:t>Uniform 15x</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0.069</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0.855</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0.032</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83598225"/>
                  </a:ext>
                </a:extLst>
              </a:tr>
              <a:tr h="345040">
                <a:tc>
                  <a:txBody>
                    <a:bodyPr/>
                    <a:lstStyle/>
                    <a:p>
                      <a:pPr marL="0" marR="0" algn="ctr">
                        <a:buNone/>
                      </a:pPr>
                      <a:r>
                        <a:rPr lang="en-US" sz="2000">
                          <a:effectLst/>
                        </a:rPr>
                        <a:t>Adaptive HC 15x</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0.057</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0.855</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0.030</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27916216"/>
                  </a:ext>
                </a:extLst>
              </a:tr>
              <a:tr h="649486">
                <a:tc>
                  <a:txBody>
                    <a:bodyPr/>
                    <a:lstStyle/>
                    <a:p>
                      <a:pPr marL="0" marR="0" algn="ctr">
                        <a:buNone/>
                      </a:pPr>
                      <a:r>
                        <a:rPr lang="en-US" sz="2000">
                          <a:effectLst/>
                        </a:rPr>
                        <a:t>Adaptive Unc 15x</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0.058</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0.855</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0.038</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93597210"/>
                  </a:ext>
                </a:extLst>
              </a:tr>
              <a:tr h="345040">
                <a:tc>
                  <a:txBody>
                    <a:bodyPr/>
                    <a:lstStyle/>
                    <a:p>
                      <a:pPr marL="0" marR="0" algn="ctr">
                        <a:buNone/>
                      </a:pPr>
                      <a:r>
                        <a:rPr lang="en-US" sz="2000">
                          <a:effectLst/>
                        </a:rPr>
                        <a:t>Adaptive PU 15x</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0.039</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0.956</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0.034</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61277218"/>
                  </a:ext>
                </a:extLst>
              </a:tr>
              <a:tr h="345040">
                <a:tc>
                  <a:txBody>
                    <a:bodyPr/>
                    <a:lstStyle/>
                    <a:p>
                      <a:pPr marL="0" marR="0" algn="ctr">
                        <a:buNone/>
                      </a:pPr>
                      <a:r>
                        <a:rPr lang="en-US" sz="2000">
                          <a:effectLst/>
                        </a:rPr>
                        <a:t>Ceiling</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a:effectLst/>
                        </a:rPr>
                        <a:t>0.082</a:t>
                      </a:r>
                      <a:endParaRPr lang="en-IN" sz="200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0.754</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ctr">
                        <a:buNone/>
                      </a:pPr>
                      <a:r>
                        <a:rPr lang="en-US" sz="2000" dirty="0">
                          <a:effectLst/>
                        </a:rPr>
                        <a:t>0.036</a:t>
                      </a:r>
                      <a:endParaRPr lang="en-IN" sz="2000" dirty="0">
                        <a:effectLst/>
                        <a:latin typeface="Times New Roman" panose="02020603050405020304" pitchFamily="18" charset="0"/>
                        <a:ea typeface="SimSun" panose="02010600030101010101" pitchFamily="2" charset="-122"/>
                      </a:endParaRPr>
                    </a:p>
                  </a:txBody>
                  <a:tcPr marL="52239" marR="52239"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37810966"/>
                  </a:ext>
                </a:extLst>
              </a:tr>
            </a:tbl>
          </a:graphicData>
        </a:graphic>
      </p:graphicFrame>
    </p:spTree>
    <p:extLst>
      <p:ext uri="{BB962C8B-B14F-4D97-AF65-F5344CB8AC3E}">
        <p14:creationId xmlns:p14="http://schemas.microsoft.com/office/powerpoint/2010/main" val="1521408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7ED1F6-C7D3-CF37-193D-5B4B95421E45}"/>
              </a:ext>
            </a:extLst>
          </p:cNvPr>
          <p:cNvSpPr>
            <a:spLocks noGrp="1"/>
          </p:cNvSpPr>
          <p:nvPr>
            <p:ph type="title"/>
          </p:nvPr>
        </p:nvSpPr>
        <p:spPr>
          <a:xfrm>
            <a:off x="795528" y="386930"/>
            <a:ext cx="10141799" cy="1300554"/>
          </a:xfrm>
        </p:spPr>
        <p:txBody>
          <a:bodyPr anchor="b">
            <a:normAutofit/>
          </a:bodyPr>
          <a:lstStyle/>
          <a:p>
            <a:r>
              <a:rPr lang="en-IN" sz="4800"/>
              <a:t>Corruption Robustness</a:t>
            </a:r>
          </a:p>
        </p:txBody>
      </p:sp>
      <p:sp>
        <p:nvSpPr>
          <p:cNvPr id="19" name="Rectangle 18">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052A32F-8D67-0848-7293-89126BC27D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295" y="2952635"/>
            <a:ext cx="5150277" cy="2858403"/>
          </a:xfrm>
          <a:prstGeom prst="rect">
            <a:avLst/>
          </a:prstGeom>
        </p:spPr>
      </p:pic>
      <p:sp>
        <p:nvSpPr>
          <p:cNvPr id="3" name="Content Placeholder 2">
            <a:extLst>
              <a:ext uri="{FF2B5EF4-FFF2-40B4-BE49-F238E27FC236}">
                <a16:creationId xmlns:a16="http://schemas.microsoft.com/office/drawing/2014/main" id="{A78C5114-3852-242C-4FCE-0F4E23F48AED}"/>
              </a:ext>
            </a:extLst>
          </p:cNvPr>
          <p:cNvSpPr>
            <a:spLocks noGrp="1"/>
          </p:cNvSpPr>
          <p:nvPr>
            <p:ph idx="1"/>
          </p:nvPr>
        </p:nvSpPr>
        <p:spPr>
          <a:xfrm>
            <a:off x="6406429" y="2599509"/>
            <a:ext cx="4530898" cy="3639450"/>
          </a:xfrm>
        </p:spPr>
        <p:txBody>
          <a:bodyPr anchor="ctr">
            <a:normAutofit/>
          </a:bodyPr>
          <a:lstStyle/>
          <a:p>
            <a:r>
              <a:rPr lang="en-IN" sz="2000"/>
              <a:t>Blur/brightness: synthetic models improve over baseline</a:t>
            </a:r>
          </a:p>
          <a:p>
            <a:endParaRPr lang="en-IN" sz="2000"/>
          </a:p>
          <a:p>
            <a:r>
              <a:rPr lang="en-IN" sz="2000"/>
              <a:t>Gaussian noise: severe degradation (baseline 17% → Uniform 5× 5.5%)</a:t>
            </a:r>
          </a:p>
          <a:p>
            <a:endParaRPr lang="en-IN" sz="2000"/>
          </a:p>
          <a:p>
            <a:r>
              <a:rPr lang="en-IN" sz="2000"/>
              <a:t>Ceiling shows same noise vulnerability → not synthetic-specific</a:t>
            </a:r>
          </a:p>
        </p:txBody>
      </p:sp>
      <p:sp>
        <p:nvSpPr>
          <p:cNvPr id="21" name="Rectangle 20">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6551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812C269-36BE-BC03-67A8-374F5D7D4E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76" y="991702"/>
            <a:ext cx="3874124" cy="1908005"/>
          </a:xfrm>
          <a:prstGeom prst="rect">
            <a:avLst/>
          </a:prstGeom>
        </p:spPr>
      </p:pic>
      <p:pic>
        <p:nvPicPr>
          <p:cNvPr id="4" name="Picture 3">
            <a:extLst>
              <a:ext uri="{FF2B5EF4-FFF2-40B4-BE49-F238E27FC236}">
                <a16:creationId xmlns:a16="http://schemas.microsoft.com/office/drawing/2014/main" id="{141C5C3D-1228-0BA8-1BF3-1D73571CDB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676" y="3630266"/>
            <a:ext cx="3874124" cy="2556921"/>
          </a:xfrm>
          <a:prstGeom prst="rect">
            <a:avLst/>
          </a:prstGeom>
        </p:spPr>
      </p:pic>
      <p:sp>
        <p:nvSpPr>
          <p:cNvPr id="21" name="Right Triangle 2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029" y="623275"/>
            <a:ext cx="6570797"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48DD46-324B-0ABD-A503-E725222E0ED1}"/>
              </a:ext>
            </a:extLst>
          </p:cNvPr>
          <p:cNvSpPr>
            <a:spLocks noGrp="1"/>
          </p:cNvSpPr>
          <p:nvPr>
            <p:ph type="title"/>
          </p:nvPr>
        </p:nvSpPr>
        <p:spPr>
          <a:xfrm>
            <a:off x="5465659" y="1188637"/>
            <a:ext cx="5642312" cy="1597228"/>
          </a:xfrm>
        </p:spPr>
        <p:txBody>
          <a:bodyPr>
            <a:normAutofit/>
          </a:bodyPr>
          <a:lstStyle/>
          <a:p>
            <a:r>
              <a:rPr lang="en-IN" sz="5400"/>
              <a:t>Representation Geometry</a:t>
            </a:r>
          </a:p>
        </p:txBody>
      </p:sp>
      <p:sp>
        <p:nvSpPr>
          <p:cNvPr id="3" name="Content Placeholder 2">
            <a:extLst>
              <a:ext uri="{FF2B5EF4-FFF2-40B4-BE49-F238E27FC236}">
                <a16:creationId xmlns:a16="http://schemas.microsoft.com/office/drawing/2014/main" id="{F304661B-38F0-121E-9283-23909AC104CA}"/>
              </a:ext>
            </a:extLst>
          </p:cNvPr>
          <p:cNvSpPr>
            <a:spLocks noGrp="1"/>
          </p:cNvSpPr>
          <p:nvPr>
            <p:ph idx="1"/>
          </p:nvPr>
        </p:nvSpPr>
        <p:spPr>
          <a:xfrm>
            <a:off x="5465660" y="2998278"/>
            <a:ext cx="4505654" cy="2728198"/>
          </a:xfrm>
        </p:spPr>
        <p:txBody>
          <a:bodyPr anchor="t">
            <a:normAutofit/>
          </a:bodyPr>
          <a:lstStyle/>
          <a:p>
            <a:r>
              <a:rPr lang="en-US" sz="1900"/>
              <a:t>Linear probe: Baseline 46.06% → Uniform 5× 49.18% (+3.12pp, exceeds Top-1 gap)</a:t>
            </a:r>
          </a:p>
          <a:p>
            <a:endParaRPr lang="en-US" sz="1900"/>
          </a:p>
          <a:p>
            <a:r>
              <a:rPr lang="en-US" sz="1900"/>
              <a:t>Effective rank: 31.77 → 35.83</a:t>
            </a:r>
          </a:p>
          <a:p>
            <a:endParaRPr lang="en-US" sz="1900"/>
          </a:p>
          <a:p>
            <a:r>
              <a:rPr lang="en-US" sz="1900"/>
              <a:t>Feature improvement persists even when accuracy saturates</a:t>
            </a:r>
            <a:endParaRPr lang="en-IN" sz="1900"/>
          </a:p>
        </p:txBody>
      </p:sp>
    </p:spTree>
    <p:extLst>
      <p:ext uri="{BB962C8B-B14F-4D97-AF65-F5344CB8AC3E}">
        <p14:creationId xmlns:p14="http://schemas.microsoft.com/office/powerpoint/2010/main" val="1454001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50478E7-03E0-276E-38A9-A5B56F893CD4}"/>
              </a:ext>
            </a:extLst>
          </p:cNvPr>
          <p:cNvSpPr>
            <a:spLocks noGrp="1"/>
          </p:cNvSpPr>
          <p:nvPr>
            <p:ph type="title"/>
          </p:nvPr>
        </p:nvSpPr>
        <p:spPr>
          <a:xfrm>
            <a:off x="5526156" y="365125"/>
            <a:ext cx="5827643" cy="1433433"/>
          </a:xfrm>
        </p:spPr>
        <p:txBody>
          <a:bodyPr anchor="b">
            <a:normAutofit/>
          </a:bodyPr>
          <a:lstStyle/>
          <a:p>
            <a:r>
              <a:rPr lang="en-IN" sz="4100"/>
              <a:t>Cross-Architecture Validation (MobileNetV3)</a:t>
            </a:r>
          </a:p>
        </p:txBody>
      </p:sp>
      <p:sp>
        <p:nvSpPr>
          <p:cNvPr id="3" name="Content Placeholder 2">
            <a:extLst>
              <a:ext uri="{FF2B5EF4-FFF2-40B4-BE49-F238E27FC236}">
                <a16:creationId xmlns:a16="http://schemas.microsoft.com/office/drawing/2014/main" id="{3E17559C-7D36-78F9-6C5A-24810F1067AB}"/>
              </a:ext>
            </a:extLst>
          </p:cNvPr>
          <p:cNvSpPr>
            <a:spLocks noGrp="1"/>
          </p:cNvSpPr>
          <p:nvPr>
            <p:ph idx="1"/>
          </p:nvPr>
        </p:nvSpPr>
        <p:spPr>
          <a:xfrm>
            <a:off x="5526156" y="2055813"/>
            <a:ext cx="5827644" cy="4121149"/>
          </a:xfrm>
        </p:spPr>
        <p:txBody>
          <a:bodyPr anchor="t">
            <a:normAutofit/>
          </a:bodyPr>
          <a:lstStyle/>
          <a:p>
            <a:r>
              <a:rPr lang="en-IN" sz="2000"/>
              <a:t>MobileNetV3 baseline: 50.31% → Uniform 15×: 55.21% (+4.90pp)</a:t>
            </a:r>
          </a:p>
          <a:p>
            <a:endParaRPr lang="en-IN" sz="2000"/>
          </a:p>
          <a:p>
            <a:r>
              <a:rPr lang="en-IN" sz="2000"/>
              <a:t>Recovers 22.9% of ceiling gap vs 1.9% for ResNet-18 at same budget</a:t>
            </a:r>
          </a:p>
          <a:p>
            <a:endParaRPr lang="en-IN" sz="2000"/>
          </a:p>
          <a:p>
            <a:r>
              <a:rPr lang="en-IN" sz="2000"/>
              <a:t>Stronger inductive bias extracts more from same synthetic distribution</a:t>
            </a:r>
          </a:p>
        </p:txBody>
      </p:sp>
      <p:graphicFrame>
        <p:nvGraphicFramePr>
          <p:cNvPr id="4" name="Table 3">
            <a:extLst>
              <a:ext uri="{FF2B5EF4-FFF2-40B4-BE49-F238E27FC236}">
                <a16:creationId xmlns:a16="http://schemas.microsoft.com/office/drawing/2014/main" id="{95F4847E-A0C8-8758-E897-1FAB3ADAC17D}"/>
              </a:ext>
            </a:extLst>
          </p:cNvPr>
          <p:cNvGraphicFramePr>
            <a:graphicFrameLocks noGrp="1"/>
          </p:cNvGraphicFramePr>
          <p:nvPr>
            <p:extLst>
              <p:ext uri="{D42A27DB-BD31-4B8C-83A1-F6EECF244321}">
                <p14:modId xmlns:p14="http://schemas.microsoft.com/office/powerpoint/2010/main" val="4259307661"/>
              </p:ext>
            </p:extLst>
          </p:nvPr>
        </p:nvGraphicFramePr>
        <p:xfrm>
          <a:off x="717357" y="2220927"/>
          <a:ext cx="4309537" cy="2565609"/>
        </p:xfrm>
        <a:graphic>
          <a:graphicData uri="http://schemas.openxmlformats.org/drawingml/2006/table">
            <a:tbl>
              <a:tblPr firstRow="1" bandRow="1">
                <a:noFill/>
                <a:tableStyleId>{5C22544A-7EE6-4342-B048-85BDC9FD1C3A}</a:tableStyleId>
              </a:tblPr>
              <a:tblGrid>
                <a:gridCol w="1020688">
                  <a:extLst>
                    <a:ext uri="{9D8B030D-6E8A-4147-A177-3AD203B41FA5}">
                      <a16:colId xmlns:a16="http://schemas.microsoft.com/office/drawing/2014/main" val="1444759270"/>
                    </a:ext>
                  </a:extLst>
                </a:gridCol>
                <a:gridCol w="562786">
                  <a:extLst>
                    <a:ext uri="{9D8B030D-6E8A-4147-A177-3AD203B41FA5}">
                      <a16:colId xmlns:a16="http://schemas.microsoft.com/office/drawing/2014/main" val="3728644760"/>
                    </a:ext>
                  </a:extLst>
                </a:gridCol>
                <a:gridCol w="562786">
                  <a:extLst>
                    <a:ext uri="{9D8B030D-6E8A-4147-A177-3AD203B41FA5}">
                      <a16:colId xmlns:a16="http://schemas.microsoft.com/office/drawing/2014/main" val="519337740"/>
                    </a:ext>
                  </a:extLst>
                </a:gridCol>
                <a:gridCol w="762345">
                  <a:extLst>
                    <a:ext uri="{9D8B030D-6E8A-4147-A177-3AD203B41FA5}">
                      <a16:colId xmlns:a16="http://schemas.microsoft.com/office/drawing/2014/main" val="3496626746"/>
                    </a:ext>
                  </a:extLst>
                </a:gridCol>
                <a:gridCol w="790190">
                  <a:extLst>
                    <a:ext uri="{9D8B030D-6E8A-4147-A177-3AD203B41FA5}">
                      <a16:colId xmlns:a16="http://schemas.microsoft.com/office/drawing/2014/main" val="1508479324"/>
                    </a:ext>
                  </a:extLst>
                </a:gridCol>
                <a:gridCol w="610742">
                  <a:extLst>
                    <a:ext uri="{9D8B030D-6E8A-4147-A177-3AD203B41FA5}">
                      <a16:colId xmlns:a16="http://schemas.microsoft.com/office/drawing/2014/main" val="2719862704"/>
                    </a:ext>
                  </a:extLst>
                </a:gridCol>
              </a:tblGrid>
              <a:tr h="837589">
                <a:tc>
                  <a:txBody>
                    <a:bodyPr/>
                    <a:lstStyle/>
                    <a:p>
                      <a:pPr marL="0" marR="0" algn="ctr">
                        <a:buNone/>
                      </a:pPr>
                      <a:r>
                        <a:rPr lang="en-US" sz="1500" b="1" cap="none" spc="0" dirty="0">
                          <a:solidFill>
                            <a:schemeClr val="tx1"/>
                          </a:solidFill>
                          <a:effectLst/>
                        </a:rPr>
                        <a:t>Pipeline</a:t>
                      </a:r>
                      <a:endParaRPr lang="en-IN" sz="1500" b="1"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marL="0" marR="0" algn="ctr">
                        <a:buNone/>
                      </a:pPr>
                      <a:r>
                        <a:rPr lang="en-US" sz="1500" b="1" cap="none" spc="0" dirty="0">
                          <a:solidFill>
                            <a:schemeClr val="tx1"/>
                          </a:solidFill>
                          <a:effectLst/>
                        </a:rPr>
                        <a:t>Top-1 (%)</a:t>
                      </a:r>
                      <a:endParaRPr lang="en-IN" sz="1500" b="1" i="1"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marL="0" marR="0" algn="ctr">
                        <a:buNone/>
                      </a:pPr>
                      <a:r>
                        <a:rPr lang="en-US" sz="1500" b="1" cap="none" spc="0" dirty="0">
                          <a:solidFill>
                            <a:schemeClr val="tx1"/>
                          </a:solidFill>
                          <a:effectLst/>
                        </a:rPr>
                        <a:t>Top-5 (%)</a:t>
                      </a:r>
                      <a:endParaRPr lang="en-IN" sz="1500" b="1" i="1"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marL="0" marR="0" algn="ctr">
                        <a:buNone/>
                      </a:pPr>
                      <a:r>
                        <a:rPr lang="en-US" sz="1500" b="1" cap="none" spc="0" dirty="0">
                          <a:solidFill>
                            <a:schemeClr val="tx1"/>
                          </a:solidFill>
                          <a:effectLst/>
                        </a:rPr>
                        <a:t>Macro (%)</a:t>
                      </a:r>
                      <a:endParaRPr lang="en-IN" sz="1500" b="1" i="1"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marL="0" marR="0" algn="ctr">
                        <a:buNone/>
                      </a:pPr>
                      <a:r>
                        <a:rPr lang="en-US" sz="1500" b="1" cap="none" spc="0" dirty="0">
                          <a:solidFill>
                            <a:schemeClr val="tx1"/>
                          </a:solidFill>
                          <a:effectLst/>
                        </a:rPr>
                        <a:t>Worst-20 (%)</a:t>
                      </a:r>
                      <a:endParaRPr lang="en-IN" sz="1500" b="1" i="1"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marL="0" marR="0" algn="ctr">
                        <a:buNone/>
                      </a:pPr>
                      <a:r>
                        <a:rPr lang="en-US" sz="1500" b="1" cap="none" spc="0" dirty="0">
                          <a:solidFill>
                            <a:schemeClr val="tx1"/>
                          </a:solidFill>
                          <a:effectLst/>
                        </a:rPr>
                        <a:t>ECE</a:t>
                      </a:r>
                      <a:endParaRPr lang="en-IN" sz="1500" b="1" i="1"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6234082"/>
                  </a:ext>
                </a:extLst>
              </a:tr>
              <a:tr h="302958">
                <a:tc>
                  <a:txBody>
                    <a:bodyPr/>
                    <a:lstStyle/>
                    <a:p>
                      <a:pPr marL="0" marR="0" algn="ctr">
                        <a:buNone/>
                      </a:pPr>
                      <a:r>
                        <a:rPr lang="en-US" sz="1500" cap="none" spc="0">
                          <a:solidFill>
                            <a:schemeClr val="tx1"/>
                          </a:solidFill>
                          <a:effectLst/>
                        </a:rPr>
                        <a:t>Baseline</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38100" cmpd="sng">
                      <a:noFill/>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50.31</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38100" cmpd="sng">
                      <a:noFill/>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77.69</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38100" cmpd="sng">
                      <a:noFill/>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50.31</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38100" cmpd="sng">
                      <a:noFill/>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18.40</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38100" cmpd="sng">
                      <a:noFill/>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0.094</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38100" cmpd="sng">
                      <a:noFill/>
                    </a:lnT>
                    <a:lnB w="12700" cap="flat" cmpd="sng" algn="ctr">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6342628"/>
                  </a:ext>
                </a:extLst>
              </a:tr>
              <a:tr h="302958">
                <a:tc>
                  <a:txBody>
                    <a:bodyPr/>
                    <a:lstStyle/>
                    <a:p>
                      <a:pPr marL="0" marR="0" algn="ctr">
                        <a:buNone/>
                      </a:pPr>
                      <a:r>
                        <a:rPr lang="en-US" sz="1500" cap="none" spc="0">
                          <a:solidFill>
                            <a:schemeClr val="tx1"/>
                          </a:solidFill>
                          <a:effectLst/>
                        </a:rPr>
                        <a:t>Uniform 15x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55.21</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79.66</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55.21</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26.40</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0.039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5256221"/>
                  </a:ext>
                </a:extLst>
              </a:tr>
              <a:tr h="481168">
                <a:tc>
                  <a:txBody>
                    <a:bodyPr/>
                    <a:lstStyle/>
                    <a:p>
                      <a:pPr marL="0" marR="0" algn="ctr">
                        <a:buNone/>
                      </a:pPr>
                      <a:r>
                        <a:rPr lang="en-US" sz="1500" cap="none" spc="0">
                          <a:solidFill>
                            <a:schemeClr val="tx1"/>
                          </a:solidFill>
                          <a:effectLst/>
                        </a:rPr>
                        <a:t>Adaptive PU 15x</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55.03</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79.84</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55.03</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27.60</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0.055</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8858867"/>
                  </a:ext>
                </a:extLst>
              </a:tr>
              <a:tr h="302958">
                <a:tc>
                  <a:txBody>
                    <a:bodyPr/>
                    <a:lstStyle/>
                    <a:p>
                      <a:pPr marL="0" marR="0" algn="ctr">
                        <a:buNone/>
                      </a:pPr>
                      <a:r>
                        <a:rPr lang="en-US" sz="1500" cap="none" spc="0">
                          <a:solidFill>
                            <a:schemeClr val="tx1"/>
                          </a:solidFill>
                          <a:effectLst/>
                        </a:rPr>
                        <a:t>Ceiling</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71.69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90.56</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71.69</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a:solidFill>
                            <a:schemeClr val="tx1"/>
                          </a:solidFill>
                          <a:effectLst/>
                        </a:rPr>
                        <a:t>48.00</a:t>
                      </a:r>
                      <a:endParaRPr lang="en-IN" sz="1500" cap="none" spc="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tc>
                  <a:txBody>
                    <a:bodyPr/>
                    <a:lstStyle/>
                    <a:p>
                      <a:pPr marL="0" marR="0" algn="ctr">
                        <a:buNone/>
                      </a:pPr>
                      <a:r>
                        <a:rPr lang="en-US" sz="1500" cap="none" spc="0" dirty="0">
                          <a:solidFill>
                            <a:schemeClr val="tx1"/>
                          </a:solidFill>
                          <a:effectLst/>
                        </a:rPr>
                        <a:t>0.102</a:t>
                      </a:r>
                      <a:endParaRPr lang="en-IN" sz="1500" cap="none" spc="0" dirty="0">
                        <a:solidFill>
                          <a:schemeClr val="tx1"/>
                        </a:solidFill>
                        <a:effectLst/>
                        <a:latin typeface="Times New Roman" panose="02020603050405020304" pitchFamily="18" charset="0"/>
                        <a:ea typeface="SimSun" panose="02010600030101010101" pitchFamily="2" charset="-122"/>
                      </a:endParaRPr>
                    </a:p>
                  </a:txBody>
                  <a:tcPr marL="44553" marR="44553" marT="0" marB="89105" anchor="ctr">
                    <a:lnL w="12700" cmpd="sng">
                      <a:noFill/>
                      <a:prstDash val="solid"/>
                    </a:lnL>
                    <a:lnR w="12700" cmpd="sng">
                      <a:noFill/>
                      <a:prstDash val="solid"/>
                    </a:lnR>
                    <a:lnT w="12700" cap="flat" cmpd="sng" algn="ctr">
                      <a:noFill/>
                      <a:prstDash val="solid"/>
                    </a:lnT>
                    <a:lnB w="12700" cmpd="sng">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7472170"/>
                  </a:ext>
                </a:extLst>
              </a:tr>
            </a:tbl>
          </a:graphicData>
        </a:graphic>
      </p:graphicFrame>
    </p:spTree>
    <p:extLst>
      <p:ext uri="{BB962C8B-B14F-4D97-AF65-F5344CB8AC3E}">
        <p14:creationId xmlns:p14="http://schemas.microsoft.com/office/powerpoint/2010/main" val="99050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0C3B6A-A37D-3DFD-576D-425C298DD335}"/>
              </a:ext>
            </a:extLst>
          </p:cNvPr>
          <p:cNvSpPr>
            <a:spLocks noGrp="1"/>
          </p:cNvSpPr>
          <p:nvPr>
            <p:ph type="title"/>
          </p:nvPr>
        </p:nvSpPr>
        <p:spPr>
          <a:xfrm>
            <a:off x="793662" y="386930"/>
            <a:ext cx="10066122" cy="1298448"/>
          </a:xfrm>
        </p:spPr>
        <p:txBody>
          <a:bodyPr anchor="b">
            <a:normAutofit/>
          </a:bodyPr>
          <a:lstStyle/>
          <a:p>
            <a:r>
              <a:rPr lang="en-US" sz="4800"/>
              <a:t>SA Loss Ablation</a:t>
            </a:r>
            <a:endParaRPr lang="en-IN"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E9891B-B654-75ED-8FE6-45F56A327671}"/>
              </a:ext>
            </a:extLst>
          </p:cNvPr>
          <p:cNvSpPr>
            <a:spLocks noGrp="1"/>
          </p:cNvSpPr>
          <p:nvPr>
            <p:ph idx="1"/>
          </p:nvPr>
        </p:nvSpPr>
        <p:spPr>
          <a:xfrm>
            <a:off x="793661" y="2599509"/>
            <a:ext cx="4530898" cy="3639450"/>
          </a:xfrm>
        </p:spPr>
        <p:txBody>
          <a:bodyPr anchor="ctr">
            <a:normAutofit/>
          </a:bodyPr>
          <a:lstStyle/>
          <a:p>
            <a:r>
              <a:rPr lang="en-IN" sz="2000"/>
              <a:t>SA slightly underperforms CE on both datasets at Uniform 15×</a:t>
            </a:r>
          </a:p>
          <a:p>
            <a:endParaRPr lang="en-IN" sz="2000"/>
          </a:p>
          <a:p>
            <a:r>
              <a:rPr lang="en-IN" sz="2000"/>
              <a:t>Downweighting misaligned samples removes useful signal at this budget</a:t>
            </a:r>
          </a:p>
          <a:p>
            <a:endParaRPr lang="en-IN" sz="2000"/>
          </a:p>
          <a:p>
            <a:r>
              <a:rPr lang="en-IN" sz="2000"/>
              <a:t>Confirms limitation is data-driven: even optimizing for alignment doesn't help</a:t>
            </a:r>
          </a:p>
        </p:txBody>
      </p:sp>
      <p:pic>
        <p:nvPicPr>
          <p:cNvPr id="5" name="Picture 4">
            <a:extLst>
              <a:ext uri="{FF2B5EF4-FFF2-40B4-BE49-F238E27FC236}">
                <a16:creationId xmlns:a16="http://schemas.microsoft.com/office/drawing/2014/main" id="{B62B9E74-06AA-36CE-D3CD-2003376F4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1532" y="2706163"/>
            <a:ext cx="5150277" cy="3270428"/>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666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1A0030-84EA-D59B-7823-05C5800B9C7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4C74C1C-EF2E-40CF-A712-656E694E67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6F350C-4FB0-974A-200B-4B7F33AE233D}"/>
              </a:ext>
            </a:extLst>
          </p:cNvPr>
          <p:cNvSpPr>
            <a:spLocks noGrp="1"/>
          </p:cNvSpPr>
          <p:nvPr>
            <p:ph type="title"/>
          </p:nvPr>
        </p:nvSpPr>
        <p:spPr>
          <a:xfrm>
            <a:off x="5764783" y="349664"/>
            <a:ext cx="5845571" cy="1638377"/>
          </a:xfrm>
        </p:spPr>
        <p:txBody>
          <a:bodyPr anchor="b">
            <a:normAutofit/>
          </a:bodyPr>
          <a:lstStyle/>
          <a:p>
            <a:r>
              <a:rPr lang="en-US" sz="4800"/>
              <a:t>CIFAR-100 Generalization</a:t>
            </a:r>
            <a:endParaRPr lang="en-IN" sz="4800"/>
          </a:p>
        </p:txBody>
      </p:sp>
      <p:sp>
        <p:nvSpPr>
          <p:cNvPr id="14" name="Rectangle 13">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644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895FD02-FF59-2564-0E29-D79E90AA0D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5110" y="1732205"/>
            <a:ext cx="4235516" cy="3144871"/>
          </a:xfrm>
          <a:prstGeom prst="rect">
            <a:avLst/>
          </a:prstGeom>
        </p:spPr>
      </p:pic>
      <p:sp>
        <p:nvSpPr>
          <p:cNvPr id="3" name="Content Placeholder 2">
            <a:extLst>
              <a:ext uri="{FF2B5EF4-FFF2-40B4-BE49-F238E27FC236}">
                <a16:creationId xmlns:a16="http://schemas.microsoft.com/office/drawing/2014/main" id="{509FB54D-AA26-A335-43BB-626E4E86BEA4}"/>
              </a:ext>
            </a:extLst>
          </p:cNvPr>
          <p:cNvSpPr>
            <a:spLocks noGrp="1"/>
          </p:cNvSpPr>
          <p:nvPr>
            <p:ph idx="1"/>
          </p:nvPr>
        </p:nvSpPr>
        <p:spPr>
          <a:xfrm>
            <a:off x="5766262" y="2620641"/>
            <a:ext cx="5837750" cy="3023702"/>
          </a:xfrm>
        </p:spPr>
        <p:txBody>
          <a:bodyPr anchor="ctr">
            <a:normAutofit/>
          </a:bodyPr>
          <a:lstStyle/>
          <a:p>
            <a:r>
              <a:rPr lang="en-IN" sz="1900"/>
              <a:t>Uniform 15×: +1.72pp over baseline (consistent with Tiny ImageNet)</a:t>
            </a:r>
          </a:p>
          <a:p>
            <a:r>
              <a:rPr lang="en-IN" sz="1900"/>
              <a:t>Adaptive PU 15×: 64.23% — 5.61pp above uniform (contrasts Tiny ImageNet)</a:t>
            </a:r>
          </a:p>
          <a:p>
            <a:r>
              <a:rPr lang="en-IN" sz="1900"/>
              <a:t>Allocation effectiveness is dataset-dependent</a:t>
            </a:r>
          </a:p>
          <a:p>
            <a:r>
              <a:rPr lang="en-IN" sz="1900"/>
              <a:t>Noise robustness trade-off persists (PU drops to 2.48%)</a:t>
            </a:r>
          </a:p>
          <a:p>
            <a:r>
              <a:rPr lang="en-IN" sz="1900"/>
              <a:t>Linear probe: PU reaches 62.88%, effective rank 36.00</a:t>
            </a:r>
          </a:p>
        </p:txBody>
      </p:sp>
    </p:spTree>
    <p:extLst>
      <p:ext uri="{BB962C8B-B14F-4D97-AF65-F5344CB8AC3E}">
        <p14:creationId xmlns:p14="http://schemas.microsoft.com/office/powerpoint/2010/main" val="1130548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1EB7B-E7DB-614F-E0C4-00B8563957DF}"/>
              </a:ext>
            </a:extLst>
          </p:cNvPr>
          <p:cNvSpPr>
            <a:spLocks noGrp="1"/>
          </p:cNvSpPr>
          <p:nvPr>
            <p:ph type="title"/>
          </p:nvPr>
        </p:nvSpPr>
        <p:spPr>
          <a:xfrm>
            <a:off x="1043631" y="809898"/>
            <a:ext cx="9942716" cy="1554480"/>
          </a:xfrm>
        </p:spPr>
        <p:txBody>
          <a:bodyPr anchor="ctr">
            <a:normAutofit/>
          </a:bodyPr>
          <a:lstStyle/>
          <a:p>
            <a:r>
              <a:rPr lang="en-IN" sz="4800"/>
              <a:t>The Paradox</a:t>
            </a:r>
          </a:p>
        </p:txBody>
      </p:sp>
      <p:sp>
        <p:nvSpPr>
          <p:cNvPr id="3" name="Content Placeholder 2">
            <a:extLst>
              <a:ext uri="{FF2B5EF4-FFF2-40B4-BE49-F238E27FC236}">
                <a16:creationId xmlns:a16="http://schemas.microsoft.com/office/drawing/2014/main" id="{7688EB89-0890-15C3-0286-EB4BD7A6D7BF}"/>
              </a:ext>
            </a:extLst>
          </p:cNvPr>
          <p:cNvSpPr>
            <a:spLocks noGrp="1"/>
          </p:cNvSpPr>
          <p:nvPr>
            <p:ph idx="1"/>
          </p:nvPr>
        </p:nvSpPr>
        <p:spPr>
          <a:xfrm>
            <a:off x="1045028" y="3017522"/>
            <a:ext cx="9941319" cy="3124658"/>
          </a:xfrm>
        </p:spPr>
        <p:txBody>
          <a:bodyPr anchor="ctr">
            <a:normAutofit lnSpcReduction="10000"/>
          </a:bodyPr>
          <a:lstStyle/>
          <a:p>
            <a:r>
              <a:rPr lang="en-US" sz="1800" dirty="0"/>
              <a:t>Synthetic data helps — but only at low doses</a:t>
            </a:r>
          </a:p>
          <a:p>
            <a:endParaRPr lang="en-US" sz="1800" dirty="0"/>
          </a:p>
          <a:p>
            <a:r>
              <a:rPr lang="en-US" sz="1800" dirty="0"/>
              <a:t>Cannot substitute real data diversity</a:t>
            </a:r>
          </a:p>
          <a:p>
            <a:endParaRPr lang="en-US" sz="1800" dirty="0"/>
          </a:p>
          <a:p>
            <a:r>
              <a:rPr lang="en-US" sz="1800" dirty="0"/>
              <a:t>Gains are bounded by generative diversity, not volume</a:t>
            </a:r>
          </a:p>
          <a:p>
            <a:endParaRPr lang="en-US" sz="1800" dirty="0"/>
          </a:p>
          <a:p>
            <a:r>
              <a:rPr lang="en-US" sz="1800" dirty="0"/>
              <a:t>Allocation strategy: ineffective on Tiny ImageNet, significant on CIFAR-100</a:t>
            </a:r>
          </a:p>
          <a:p>
            <a:endParaRPr lang="en-US" sz="1800" dirty="0"/>
          </a:p>
          <a:p>
            <a:r>
              <a:rPr lang="en-US" sz="1800" dirty="0"/>
              <a:t>Calibration and representation improve beyond accuracy</a:t>
            </a:r>
            <a:endParaRPr lang="en-IN" sz="1800" dirty="0"/>
          </a:p>
        </p:txBody>
      </p:sp>
      <p:cxnSp>
        <p:nvCxnSpPr>
          <p:cNvPr id="37" name="Straight Connector 3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443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CE1FAD-6382-6FD6-E68A-B9E6EBB7D1D6}"/>
              </a:ext>
            </a:extLst>
          </p:cNvPr>
          <p:cNvSpPr>
            <a:spLocks noGrp="1"/>
          </p:cNvSpPr>
          <p:nvPr>
            <p:ph type="title"/>
          </p:nvPr>
        </p:nvSpPr>
        <p:spPr>
          <a:xfrm>
            <a:off x="838200" y="556995"/>
            <a:ext cx="10515600" cy="1133693"/>
          </a:xfrm>
        </p:spPr>
        <p:txBody>
          <a:bodyPr>
            <a:normAutofit/>
          </a:bodyPr>
          <a:lstStyle/>
          <a:p>
            <a:r>
              <a:rPr lang="en-IN" sz="5200"/>
              <a:t>Conclusion + Future Work</a:t>
            </a:r>
          </a:p>
        </p:txBody>
      </p:sp>
      <p:graphicFrame>
        <p:nvGraphicFramePr>
          <p:cNvPr id="5" name="Content Placeholder 2">
            <a:extLst>
              <a:ext uri="{FF2B5EF4-FFF2-40B4-BE49-F238E27FC236}">
                <a16:creationId xmlns:a16="http://schemas.microsoft.com/office/drawing/2014/main" id="{0AD15C66-B5B2-839E-0F45-31798B06C151}"/>
              </a:ext>
            </a:extLst>
          </p:cNvPr>
          <p:cNvGraphicFramePr>
            <a:graphicFrameLocks noGrp="1"/>
          </p:cNvGraphicFramePr>
          <p:nvPr>
            <p:ph idx="1"/>
            <p:extLst>
              <p:ext uri="{D42A27DB-BD31-4B8C-83A1-F6EECF244321}">
                <p14:modId xmlns:p14="http://schemas.microsoft.com/office/powerpoint/2010/main" val="20063734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9361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1978</Words>
  <Application>Microsoft Office PowerPoint</Application>
  <PresentationFormat>Widescreen</PresentationFormat>
  <Paragraphs>256</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Calibri</vt:lpstr>
      <vt:lpstr>Times New Roman</vt:lpstr>
      <vt:lpstr>Office Theme</vt:lpstr>
      <vt:lpstr>The GenAI Augmentation Paradox</vt:lpstr>
      <vt:lpstr>Motivation</vt:lpstr>
      <vt:lpstr>Research Questions</vt:lpstr>
      <vt:lpstr>Experimental Setup</vt:lpstr>
      <vt:lpstr>Dose–Response Framework</vt:lpstr>
      <vt:lpstr>Main Accuracy Results</vt:lpstr>
      <vt:lpstr>FID and Synthetic Distribution</vt:lpstr>
      <vt:lpstr>Allocation Policy Comparison</vt:lpstr>
      <vt:lpstr>Per-Class Impact</vt:lpstr>
      <vt:lpstr>Calibration</vt:lpstr>
      <vt:lpstr>Corruption Robustness</vt:lpstr>
      <vt:lpstr>Representation Geometry</vt:lpstr>
      <vt:lpstr>Cross-Architecture Validation (MobileNetV3)</vt:lpstr>
      <vt:lpstr>SA Loss Ablation</vt:lpstr>
      <vt:lpstr>CIFAR-100 Generalization</vt:lpstr>
      <vt:lpstr>The Paradox</vt:lpstr>
      <vt:lpstr>Conclusion +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Akul Ameya</dc:creator>
  <cp:lastModifiedBy>Akul Ameya</cp:lastModifiedBy>
  <cp:revision>1</cp:revision>
  <dcterms:created xsi:type="dcterms:W3CDTF">2026-04-01T16:36:28Z</dcterms:created>
  <dcterms:modified xsi:type="dcterms:W3CDTF">2026-04-01T22:01:12Z</dcterms:modified>
</cp:coreProperties>
</file>